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54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540E8-85D6-4E22-2BCA-6D96A70A7885}"/>
              </a:ext>
            </a:extLst>
          </p:cNvPr>
          <p:cNvSpPr>
            <a:spLocks noGrp="1"/>
          </p:cNvSpPr>
          <p:nvPr>
            <p:ph type="ctrTitle"/>
          </p:nvPr>
        </p:nvSpPr>
        <p:spPr>
          <a:xfrm>
            <a:off x="1143000" y="841772"/>
            <a:ext cx="6858000" cy="1790700"/>
          </a:xfrm>
        </p:spPr>
        <p:txBody>
          <a:bodyPr anchor="b"/>
          <a:lstStyle>
            <a:lvl1pPr algn="ctr">
              <a:defRPr sz="3375"/>
            </a:lvl1pPr>
          </a:lstStyle>
          <a:p>
            <a:r>
              <a:rPr lang="en-US"/>
              <a:t>Click to edit Master title style</a:t>
            </a:r>
            <a:endParaRPr lang="en-IN"/>
          </a:p>
        </p:txBody>
      </p:sp>
      <p:sp>
        <p:nvSpPr>
          <p:cNvPr id="3" name="Subtitle 2">
            <a:extLst>
              <a:ext uri="{FF2B5EF4-FFF2-40B4-BE49-F238E27FC236}">
                <a16:creationId xmlns:a16="http://schemas.microsoft.com/office/drawing/2014/main" id="{947B6E76-AB75-9F01-1285-3FA7CA967708}"/>
              </a:ext>
            </a:extLst>
          </p:cNvPr>
          <p:cNvSpPr>
            <a:spLocks noGrp="1"/>
          </p:cNvSpPr>
          <p:nvPr>
            <p:ph type="subTitle" idx="1"/>
          </p:nvPr>
        </p:nvSpPr>
        <p:spPr>
          <a:xfrm>
            <a:off x="1143000" y="2701528"/>
            <a:ext cx="6858000" cy="1241822"/>
          </a:xfrm>
        </p:spPr>
        <p:txBody>
          <a:bodyPr/>
          <a:lstStyle>
            <a:lvl1pPr marL="0" indent="0" algn="ctr">
              <a:buNone/>
              <a:defRPr sz="1350"/>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65D2D77-5254-C6AC-06DD-87AB254C7C31}"/>
              </a:ext>
            </a:extLst>
          </p:cNvPr>
          <p:cNvSpPr>
            <a:spLocks noGrp="1"/>
          </p:cNvSpPr>
          <p:nvPr>
            <p:ph type="dt" sz="half" idx="10"/>
          </p:nvPr>
        </p:nvSpPr>
        <p:spPr/>
        <p:txBody>
          <a:bodyPr/>
          <a:lstStyle/>
          <a:p>
            <a:fld id="{76E4C5C9-3824-4792-8ED6-86451C2EDA54}" type="datetimeFigureOut">
              <a:rPr lang="en-IN" smtClean="0"/>
              <a:t>22-06-2026</a:t>
            </a:fld>
            <a:endParaRPr lang="en-IN"/>
          </a:p>
        </p:txBody>
      </p:sp>
      <p:sp>
        <p:nvSpPr>
          <p:cNvPr id="5" name="Footer Placeholder 4">
            <a:extLst>
              <a:ext uri="{FF2B5EF4-FFF2-40B4-BE49-F238E27FC236}">
                <a16:creationId xmlns:a16="http://schemas.microsoft.com/office/drawing/2014/main" id="{72FC5DFA-8D21-C49E-ED47-B250A930E0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7541566-CC1F-4F9B-07DD-2BBF69C28BDC}"/>
              </a:ext>
            </a:extLst>
          </p:cNvPr>
          <p:cNvSpPr>
            <a:spLocks noGrp="1"/>
          </p:cNvSpPr>
          <p:nvPr>
            <p:ph type="sldNum" sz="quarter" idx="12"/>
          </p:nvPr>
        </p:nvSpPr>
        <p:spPr/>
        <p:txBody>
          <a:bodyPr/>
          <a:lstStyle/>
          <a:p>
            <a:fld id="{5A2DD8A6-1A7A-4D1E-BF4A-3B3B1F7D0FCB}" type="slidenum">
              <a:rPr lang="en-IN" smtClean="0"/>
              <a:t>‹#›</a:t>
            </a:fld>
            <a:endParaRPr lang="en-IN"/>
          </a:p>
        </p:txBody>
      </p:sp>
    </p:spTree>
    <p:extLst>
      <p:ext uri="{BB962C8B-B14F-4D97-AF65-F5344CB8AC3E}">
        <p14:creationId xmlns:p14="http://schemas.microsoft.com/office/powerpoint/2010/main" val="22503150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EDFED-E3B1-7F35-FF67-F200190C663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A7CADE9-C46B-7998-7D7A-E4589A6780F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BE9A83-14C4-4DFD-ECC7-5071A758BEDA}"/>
              </a:ext>
            </a:extLst>
          </p:cNvPr>
          <p:cNvSpPr>
            <a:spLocks noGrp="1"/>
          </p:cNvSpPr>
          <p:nvPr>
            <p:ph type="dt" sz="half" idx="10"/>
          </p:nvPr>
        </p:nvSpPr>
        <p:spPr/>
        <p:txBody>
          <a:bodyPr/>
          <a:lstStyle/>
          <a:p>
            <a:fld id="{76E4C5C9-3824-4792-8ED6-86451C2EDA54}" type="datetimeFigureOut">
              <a:rPr lang="en-IN" smtClean="0"/>
              <a:t>22-06-2026</a:t>
            </a:fld>
            <a:endParaRPr lang="en-IN"/>
          </a:p>
        </p:txBody>
      </p:sp>
      <p:sp>
        <p:nvSpPr>
          <p:cNvPr id="5" name="Footer Placeholder 4">
            <a:extLst>
              <a:ext uri="{FF2B5EF4-FFF2-40B4-BE49-F238E27FC236}">
                <a16:creationId xmlns:a16="http://schemas.microsoft.com/office/drawing/2014/main" id="{779FA23A-BAB6-BC32-8415-0F03FF5A351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2D23C9-2203-7911-14A4-F29A3E3402DF}"/>
              </a:ext>
            </a:extLst>
          </p:cNvPr>
          <p:cNvSpPr>
            <a:spLocks noGrp="1"/>
          </p:cNvSpPr>
          <p:nvPr>
            <p:ph type="sldNum" sz="quarter" idx="12"/>
          </p:nvPr>
        </p:nvSpPr>
        <p:spPr/>
        <p:txBody>
          <a:bodyPr/>
          <a:lstStyle/>
          <a:p>
            <a:fld id="{5A2DD8A6-1A7A-4D1E-BF4A-3B3B1F7D0FCB}" type="slidenum">
              <a:rPr lang="en-IN" smtClean="0"/>
              <a:t>‹#›</a:t>
            </a:fld>
            <a:endParaRPr lang="en-IN"/>
          </a:p>
        </p:txBody>
      </p:sp>
    </p:spTree>
    <p:extLst>
      <p:ext uri="{BB962C8B-B14F-4D97-AF65-F5344CB8AC3E}">
        <p14:creationId xmlns:p14="http://schemas.microsoft.com/office/powerpoint/2010/main" val="37522193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48626-9C64-6A2F-AA2F-5CAFAE8705D8}"/>
              </a:ext>
            </a:extLst>
          </p:cNvPr>
          <p:cNvSpPr>
            <a:spLocks noGrp="1"/>
          </p:cNvSpPr>
          <p:nvPr>
            <p:ph type="title"/>
          </p:nvPr>
        </p:nvSpPr>
        <p:spPr>
          <a:xfrm>
            <a:off x="623888" y="1282305"/>
            <a:ext cx="7886700" cy="2139553"/>
          </a:xfrm>
        </p:spPr>
        <p:txBody>
          <a:bodyPr anchor="b"/>
          <a:lstStyle>
            <a:lvl1pPr>
              <a:defRPr sz="3375"/>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04E7D78-0B0B-6338-584F-64FDF9AE1E13}"/>
              </a:ext>
            </a:extLst>
          </p:cNvPr>
          <p:cNvSpPr>
            <a:spLocks noGrp="1"/>
          </p:cNvSpPr>
          <p:nvPr>
            <p:ph type="body" idx="1"/>
          </p:nvPr>
        </p:nvSpPr>
        <p:spPr>
          <a:xfrm>
            <a:off x="623888" y="3442099"/>
            <a:ext cx="7886700" cy="1125140"/>
          </a:xfrm>
        </p:spPr>
        <p:txBody>
          <a:bodyPr/>
          <a:lstStyle>
            <a:lvl1pPr marL="0" indent="0">
              <a:buNone/>
              <a:defRPr sz="1350">
                <a:solidFill>
                  <a:schemeClr val="tx1">
                    <a:tint val="82000"/>
                  </a:schemeClr>
                </a:solidFill>
              </a:defRPr>
            </a:lvl1pPr>
            <a:lvl2pPr marL="257175" indent="0">
              <a:buNone/>
              <a:defRPr sz="1125">
                <a:solidFill>
                  <a:schemeClr val="tx1">
                    <a:tint val="82000"/>
                  </a:schemeClr>
                </a:solidFill>
              </a:defRPr>
            </a:lvl2pPr>
            <a:lvl3pPr marL="514350" indent="0">
              <a:buNone/>
              <a:defRPr sz="1013">
                <a:solidFill>
                  <a:schemeClr val="tx1">
                    <a:tint val="82000"/>
                  </a:schemeClr>
                </a:solidFill>
              </a:defRPr>
            </a:lvl3pPr>
            <a:lvl4pPr marL="771525" indent="0">
              <a:buNone/>
              <a:defRPr sz="900">
                <a:solidFill>
                  <a:schemeClr val="tx1">
                    <a:tint val="82000"/>
                  </a:schemeClr>
                </a:solidFill>
              </a:defRPr>
            </a:lvl4pPr>
            <a:lvl5pPr marL="1028700" indent="0">
              <a:buNone/>
              <a:defRPr sz="900">
                <a:solidFill>
                  <a:schemeClr val="tx1">
                    <a:tint val="82000"/>
                  </a:schemeClr>
                </a:solidFill>
              </a:defRPr>
            </a:lvl5pPr>
            <a:lvl6pPr marL="1285875" indent="0">
              <a:buNone/>
              <a:defRPr sz="900">
                <a:solidFill>
                  <a:schemeClr val="tx1">
                    <a:tint val="82000"/>
                  </a:schemeClr>
                </a:solidFill>
              </a:defRPr>
            </a:lvl6pPr>
            <a:lvl7pPr marL="1543050" indent="0">
              <a:buNone/>
              <a:defRPr sz="900">
                <a:solidFill>
                  <a:schemeClr val="tx1">
                    <a:tint val="82000"/>
                  </a:schemeClr>
                </a:solidFill>
              </a:defRPr>
            </a:lvl7pPr>
            <a:lvl8pPr marL="1800225" indent="0">
              <a:buNone/>
              <a:defRPr sz="900">
                <a:solidFill>
                  <a:schemeClr val="tx1">
                    <a:tint val="82000"/>
                  </a:schemeClr>
                </a:solidFill>
              </a:defRPr>
            </a:lvl8pPr>
            <a:lvl9pPr marL="2057400" indent="0">
              <a:buNone/>
              <a:defRPr sz="9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0215270-72BD-66ED-12E2-09F708EC0528}"/>
              </a:ext>
            </a:extLst>
          </p:cNvPr>
          <p:cNvSpPr>
            <a:spLocks noGrp="1"/>
          </p:cNvSpPr>
          <p:nvPr>
            <p:ph type="dt" sz="half" idx="10"/>
          </p:nvPr>
        </p:nvSpPr>
        <p:spPr/>
        <p:txBody>
          <a:bodyPr/>
          <a:lstStyle/>
          <a:p>
            <a:fld id="{76E4C5C9-3824-4792-8ED6-86451C2EDA54}" type="datetimeFigureOut">
              <a:rPr lang="en-IN" smtClean="0"/>
              <a:t>22-06-2026</a:t>
            </a:fld>
            <a:endParaRPr lang="en-IN"/>
          </a:p>
        </p:txBody>
      </p:sp>
      <p:sp>
        <p:nvSpPr>
          <p:cNvPr id="5" name="Footer Placeholder 4">
            <a:extLst>
              <a:ext uri="{FF2B5EF4-FFF2-40B4-BE49-F238E27FC236}">
                <a16:creationId xmlns:a16="http://schemas.microsoft.com/office/drawing/2014/main" id="{BB07DEAA-D666-127E-3A19-5A17ACFF62D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127F4E-8E00-C820-D93F-2C3B4CD5E514}"/>
              </a:ext>
            </a:extLst>
          </p:cNvPr>
          <p:cNvSpPr>
            <a:spLocks noGrp="1"/>
          </p:cNvSpPr>
          <p:nvPr>
            <p:ph type="sldNum" sz="quarter" idx="12"/>
          </p:nvPr>
        </p:nvSpPr>
        <p:spPr/>
        <p:txBody>
          <a:bodyPr/>
          <a:lstStyle/>
          <a:p>
            <a:fld id="{5A2DD8A6-1A7A-4D1E-BF4A-3B3B1F7D0FCB}" type="slidenum">
              <a:rPr lang="en-IN" smtClean="0"/>
              <a:t>‹#›</a:t>
            </a:fld>
            <a:endParaRPr lang="en-IN"/>
          </a:p>
        </p:txBody>
      </p:sp>
    </p:spTree>
    <p:extLst>
      <p:ext uri="{BB962C8B-B14F-4D97-AF65-F5344CB8AC3E}">
        <p14:creationId xmlns:p14="http://schemas.microsoft.com/office/powerpoint/2010/main" val="8283315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3943C-033E-187B-CCD8-FD2CB6FC108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A12209E-17C0-8096-5450-3BF8568D27E3}"/>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0AC4CC5-F428-C0DF-D097-B1F74CB70546}"/>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F7727F2-0CD4-664D-3B63-C9DF720B4D07}"/>
              </a:ext>
            </a:extLst>
          </p:cNvPr>
          <p:cNvSpPr>
            <a:spLocks noGrp="1"/>
          </p:cNvSpPr>
          <p:nvPr>
            <p:ph type="dt" sz="half" idx="10"/>
          </p:nvPr>
        </p:nvSpPr>
        <p:spPr/>
        <p:txBody>
          <a:bodyPr/>
          <a:lstStyle/>
          <a:p>
            <a:fld id="{76E4C5C9-3824-4792-8ED6-86451C2EDA54}" type="datetimeFigureOut">
              <a:rPr lang="en-IN" smtClean="0"/>
              <a:t>22-06-2026</a:t>
            </a:fld>
            <a:endParaRPr lang="en-IN"/>
          </a:p>
        </p:txBody>
      </p:sp>
      <p:sp>
        <p:nvSpPr>
          <p:cNvPr id="6" name="Footer Placeholder 5">
            <a:extLst>
              <a:ext uri="{FF2B5EF4-FFF2-40B4-BE49-F238E27FC236}">
                <a16:creationId xmlns:a16="http://schemas.microsoft.com/office/drawing/2014/main" id="{203FBE8D-B8DB-47E6-5867-A01EB980AE0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8D35C1-48EE-C3D4-C6C5-46EC374077E8}"/>
              </a:ext>
            </a:extLst>
          </p:cNvPr>
          <p:cNvSpPr>
            <a:spLocks noGrp="1"/>
          </p:cNvSpPr>
          <p:nvPr>
            <p:ph type="sldNum" sz="quarter" idx="12"/>
          </p:nvPr>
        </p:nvSpPr>
        <p:spPr/>
        <p:txBody>
          <a:bodyPr/>
          <a:lstStyle/>
          <a:p>
            <a:fld id="{5A2DD8A6-1A7A-4D1E-BF4A-3B3B1F7D0FCB}" type="slidenum">
              <a:rPr lang="en-IN" smtClean="0"/>
              <a:t>‹#›</a:t>
            </a:fld>
            <a:endParaRPr lang="en-IN"/>
          </a:p>
        </p:txBody>
      </p:sp>
    </p:spTree>
    <p:extLst>
      <p:ext uri="{BB962C8B-B14F-4D97-AF65-F5344CB8AC3E}">
        <p14:creationId xmlns:p14="http://schemas.microsoft.com/office/powerpoint/2010/main" val="1050449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D27578-4513-CC93-BE8E-206368D6C7B3}"/>
              </a:ext>
            </a:extLst>
          </p:cNvPr>
          <p:cNvSpPr>
            <a:spLocks noGrp="1"/>
          </p:cNvSpPr>
          <p:nvPr>
            <p:ph type="title"/>
          </p:nvPr>
        </p:nvSpPr>
        <p:spPr>
          <a:xfrm>
            <a:off x="629841" y="273845"/>
            <a:ext cx="7886700" cy="994172"/>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EB66BB-DF46-CCB7-4D0F-AD049A3DC88C}"/>
              </a:ext>
            </a:extLst>
          </p:cNvPr>
          <p:cNvSpPr>
            <a:spLocks noGrp="1"/>
          </p:cNvSpPr>
          <p:nvPr>
            <p:ph type="body" idx="1"/>
          </p:nvPr>
        </p:nvSpPr>
        <p:spPr>
          <a:xfrm>
            <a:off x="629842" y="1260872"/>
            <a:ext cx="3868340" cy="617934"/>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4" name="Content Placeholder 3">
            <a:extLst>
              <a:ext uri="{FF2B5EF4-FFF2-40B4-BE49-F238E27FC236}">
                <a16:creationId xmlns:a16="http://schemas.microsoft.com/office/drawing/2014/main" id="{6CF2F4B5-57C4-E20D-3F0D-01934EC98E76}"/>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4EDAA5A-2806-20C2-1E08-8A631854640A}"/>
              </a:ext>
            </a:extLst>
          </p:cNvPr>
          <p:cNvSpPr>
            <a:spLocks noGrp="1"/>
          </p:cNvSpPr>
          <p:nvPr>
            <p:ph type="body" sz="quarter" idx="3"/>
          </p:nvPr>
        </p:nvSpPr>
        <p:spPr>
          <a:xfrm>
            <a:off x="4629151" y="1260872"/>
            <a:ext cx="3887391" cy="617934"/>
          </a:xfrm>
        </p:spPr>
        <p:txBody>
          <a:bodyPr anchor="b"/>
          <a:lstStyle>
            <a:lvl1pPr marL="0" indent="0">
              <a:buNone/>
              <a:defRPr sz="1350" b="1"/>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6" name="Content Placeholder 5">
            <a:extLst>
              <a:ext uri="{FF2B5EF4-FFF2-40B4-BE49-F238E27FC236}">
                <a16:creationId xmlns:a16="http://schemas.microsoft.com/office/drawing/2014/main" id="{6CFF36E6-03D5-9923-A586-6D279C5C0FB6}"/>
              </a:ext>
            </a:extLst>
          </p:cNvPr>
          <p:cNvSpPr>
            <a:spLocks noGrp="1"/>
          </p:cNvSpPr>
          <p:nvPr>
            <p:ph sz="quarter" idx="4"/>
          </p:nvPr>
        </p:nvSpPr>
        <p:spPr>
          <a:xfrm>
            <a:off x="4629151"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A2F6C20-49CD-000D-023C-683D14BBEC30}"/>
              </a:ext>
            </a:extLst>
          </p:cNvPr>
          <p:cNvSpPr>
            <a:spLocks noGrp="1"/>
          </p:cNvSpPr>
          <p:nvPr>
            <p:ph type="dt" sz="half" idx="10"/>
          </p:nvPr>
        </p:nvSpPr>
        <p:spPr/>
        <p:txBody>
          <a:bodyPr/>
          <a:lstStyle/>
          <a:p>
            <a:fld id="{76E4C5C9-3824-4792-8ED6-86451C2EDA54}" type="datetimeFigureOut">
              <a:rPr lang="en-IN" smtClean="0"/>
              <a:t>22-06-2026</a:t>
            </a:fld>
            <a:endParaRPr lang="en-IN"/>
          </a:p>
        </p:txBody>
      </p:sp>
      <p:sp>
        <p:nvSpPr>
          <p:cNvPr id="8" name="Footer Placeholder 7">
            <a:extLst>
              <a:ext uri="{FF2B5EF4-FFF2-40B4-BE49-F238E27FC236}">
                <a16:creationId xmlns:a16="http://schemas.microsoft.com/office/drawing/2014/main" id="{7BEE3798-687D-8D89-7D65-AAD4AC2623F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17A63473-5DDD-267F-9DA1-E29BF63CD0D5}"/>
              </a:ext>
            </a:extLst>
          </p:cNvPr>
          <p:cNvSpPr>
            <a:spLocks noGrp="1"/>
          </p:cNvSpPr>
          <p:nvPr>
            <p:ph type="sldNum" sz="quarter" idx="12"/>
          </p:nvPr>
        </p:nvSpPr>
        <p:spPr/>
        <p:txBody>
          <a:bodyPr/>
          <a:lstStyle/>
          <a:p>
            <a:fld id="{5A2DD8A6-1A7A-4D1E-BF4A-3B3B1F7D0FCB}" type="slidenum">
              <a:rPr lang="en-IN" smtClean="0"/>
              <a:t>‹#›</a:t>
            </a:fld>
            <a:endParaRPr lang="en-IN"/>
          </a:p>
        </p:txBody>
      </p:sp>
    </p:spTree>
    <p:extLst>
      <p:ext uri="{BB962C8B-B14F-4D97-AF65-F5344CB8AC3E}">
        <p14:creationId xmlns:p14="http://schemas.microsoft.com/office/powerpoint/2010/main" val="16327725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58DA4-203D-C8D1-184C-E722149359C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425B995-C88F-4668-85AD-443F006690C7}"/>
              </a:ext>
            </a:extLst>
          </p:cNvPr>
          <p:cNvSpPr>
            <a:spLocks noGrp="1"/>
          </p:cNvSpPr>
          <p:nvPr>
            <p:ph type="dt" sz="half" idx="10"/>
          </p:nvPr>
        </p:nvSpPr>
        <p:spPr/>
        <p:txBody>
          <a:bodyPr/>
          <a:lstStyle/>
          <a:p>
            <a:fld id="{76E4C5C9-3824-4792-8ED6-86451C2EDA54}" type="datetimeFigureOut">
              <a:rPr lang="en-IN" smtClean="0"/>
              <a:t>22-06-2026</a:t>
            </a:fld>
            <a:endParaRPr lang="en-IN"/>
          </a:p>
        </p:txBody>
      </p:sp>
      <p:sp>
        <p:nvSpPr>
          <p:cNvPr id="4" name="Footer Placeholder 3">
            <a:extLst>
              <a:ext uri="{FF2B5EF4-FFF2-40B4-BE49-F238E27FC236}">
                <a16:creationId xmlns:a16="http://schemas.microsoft.com/office/drawing/2014/main" id="{EA9B4AF8-04A1-DCC2-8934-B1706E4129E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79113F4-2821-1DE0-365D-BD79A407E554}"/>
              </a:ext>
            </a:extLst>
          </p:cNvPr>
          <p:cNvSpPr>
            <a:spLocks noGrp="1"/>
          </p:cNvSpPr>
          <p:nvPr>
            <p:ph type="sldNum" sz="quarter" idx="12"/>
          </p:nvPr>
        </p:nvSpPr>
        <p:spPr/>
        <p:txBody>
          <a:bodyPr/>
          <a:lstStyle/>
          <a:p>
            <a:fld id="{5A2DD8A6-1A7A-4D1E-BF4A-3B3B1F7D0FCB}" type="slidenum">
              <a:rPr lang="en-IN" smtClean="0"/>
              <a:t>‹#›</a:t>
            </a:fld>
            <a:endParaRPr lang="en-IN"/>
          </a:p>
        </p:txBody>
      </p:sp>
    </p:spTree>
    <p:extLst>
      <p:ext uri="{BB962C8B-B14F-4D97-AF65-F5344CB8AC3E}">
        <p14:creationId xmlns:p14="http://schemas.microsoft.com/office/powerpoint/2010/main" val="10506077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F5B8D2-68C7-56D1-E117-445FF92AF354}"/>
              </a:ext>
            </a:extLst>
          </p:cNvPr>
          <p:cNvSpPr>
            <a:spLocks noGrp="1"/>
          </p:cNvSpPr>
          <p:nvPr>
            <p:ph type="dt" sz="half" idx="10"/>
          </p:nvPr>
        </p:nvSpPr>
        <p:spPr/>
        <p:txBody>
          <a:bodyPr/>
          <a:lstStyle/>
          <a:p>
            <a:fld id="{76E4C5C9-3824-4792-8ED6-86451C2EDA54}" type="datetimeFigureOut">
              <a:rPr lang="en-IN" smtClean="0"/>
              <a:t>22-06-2026</a:t>
            </a:fld>
            <a:endParaRPr lang="en-IN"/>
          </a:p>
        </p:txBody>
      </p:sp>
      <p:sp>
        <p:nvSpPr>
          <p:cNvPr id="3" name="Footer Placeholder 2">
            <a:extLst>
              <a:ext uri="{FF2B5EF4-FFF2-40B4-BE49-F238E27FC236}">
                <a16:creationId xmlns:a16="http://schemas.microsoft.com/office/drawing/2014/main" id="{BD9E38FA-4048-AB8E-A808-CEEAAB949AB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820834C-64E6-1437-C95A-2047C411A1BE}"/>
              </a:ext>
            </a:extLst>
          </p:cNvPr>
          <p:cNvSpPr>
            <a:spLocks noGrp="1"/>
          </p:cNvSpPr>
          <p:nvPr>
            <p:ph type="sldNum" sz="quarter" idx="12"/>
          </p:nvPr>
        </p:nvSpPr>
        <p:spPr/>
        <p:txBody>
          <a:bodyPr/>
          <a:lstStyle/>
          <a:p>
            <a:fld id="{5A2DD8A6-1A7A-4D1E-BF4A-3B3B1F7D0FCB}" type="slidenum">
              <a:rPr lang="en-IN" smtClean="0"/>
              <a:t>‹#›</a:t>
            </a:fld>
            <a:endParaRPr lang="en-IN"/>
          </a:p>
        </p:txBody>
      </p:sp>
    </p:spTree>
    <p:extLst>
      <p:ext uri="{BB962C8B-B14F-4D97-AF65-F5344CB8AC3E}">
        <p14:creationId xmlns:p14="http://schemas.microsoft.com/office/powerpoint/2010/main" val="40003174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D7716-D4FA-1D18-8254-D7FBDBDE5F1F}"/>
              </a:ext>
            </a:extLst>
          </p:cNvPr>
          <p:cNvSpPr>
            <a:spLocks noGrp="1"/>
          </p:cNvSpPr>
          <p:nvPr>
            <p:ph type="title"/>
          </p:nvPr>
        </p:nvSpPr>
        <p:spPr>
          <a:xfrm>
            <a:off x="629841" y="342900"/>
            <a:ext cx="2949178" cy="1200150"/>
          </a:xfrm>
        </p:spPr>
        <p:txBody>
          <a:bodyPr anchor="b"/>
          <a:lstStyle>
            <a:lvl1pPr>
              <a:defRPr sz="18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4F89157-64CC-AFAB-4796-B80B326682A4}"/>
              </a:ext>
            </a:extLst>
          </p:cNvPr>
          <p:cNvSpPr>
            <a:spLocks noGrp="1"/>
          </p:cNvSpPr>
          <p:nvPr>
            <p:ph idx="1"/>
          </p:nvPr>
        </p:nvSpPr>
        <p:spPr>
          <a:xfrm>
            <a:off x="3887391" y="740570"/>
            <a:ext cx="4629150" cy="3655219"/>
          </a:xfrm>
        </p:spPr>
        <p:txBody>
          <a:bodyPr/>
          <a:lstStyle>
            <a:lvl1pPr>
              <a:defRPr sz="1800"/>
            </a:lvl1pPr>
            <a:lvl2pPr>
              <a:defRPr sz="1575"/>
            </a:lvl2pPr>
            <a:lvl3pPr>
              <a:defRPr sz="1350"/>
            </a:lvl3pPr>
            <a:lvl4pPr>
              <a:defRPr sz="1125"/>
            </a:lvl4pPr>
            <a:lvl5pPr>
              <a:defRPr sz="1125"/>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D0FB79E-98BB-1232-21BC-FDA03CADC248}"/>
              </a:ext>
            </a:extLst>
          </p:cNvPr>
          <p:cNvSpPr>
            <a:spLocks noGrp="1"/>
          </p:cNvSpPr>
          <p:nvPr>
            <p:ph type="body" sz="half" idx="2"/>
          </p:nvPr>
        </p:nvSpPr>
        <p:spPr>
          <a:xfrm>
            <a:off x="629841" y="1543050"/>
            <a:ext cx="2949178" cy="2858691"/>
          </a:xfr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en-US"/>
              <a:t>Click to edit Master text styles</a:t>
            </a:r>
          </a:p>
        </p:txBody>
      </p:sp>
      <p:sp>
        <p:nvSpPr>
          <p:cNvPr id="5" name="Date Placeholder 4">
            <a:extLst>
              <a:ext uri="{FF2B5EF4-FFF2-40B4-BE49-F238E27FC236}">
                <a16:creationId xmlns:a16="http://schemas.microsoft.com/office/drawing/2014/main" id="{13F40FFF-42D6-4983-EA02-64BBA2543EA1}"/>
              </a:ext>
            </a:extLst>
          </p:cNvPr>
          <p:cNvSpPr>
            <a:spLocks noGrp="1"/>
          </p:cNvSpPr>
          <p:nvPr>
            <p:ph type="dt" sz="half" idx="10"/>
          </p:nvPr>
        </p:nvSpPr>
        <p:spPr/>
        <p:txBody>
          <a:bodyPr/>
          <a:lstStyle/>
          <a:p>
            <a:fld id="{76E4C5C9-3824-4792-8ED6-86451C2EDA54}" type="datetimeFigureOut">
              <a:rPr lang="en-IN" smtClean="0"/>
              <a:t>22-06-2026</a:t>
            </a:fld>
            <a:endParaRPr lang="en-IN"/>
          </a:p>
        </p:txBody>
      </p:sp>
      <p:sp>
        <p:nvSpPr>
          <p:cNvPr id="6" name="Footer Placeholder 5">
            <a:extLst>
              <a:ext uri="{FF2B5EF4-FFF2-40B4-BE49-F238E27FC236}">
                <a16:creationId xmlns:a16="http://schemas.microsoft.com/office/drawing/2014/main" id="{31FFD7AB-10DD-8EE8-DD34-EAFAC961F3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4E9FD02-29E6-E1A0-F3D9-CD8809CD48DF}"/>
              </a:ext>
            </a:extLst>
          </p:cNvPr>
          <p:cNvSpPr>
            <a:spLocks noGrp="1"/>
          </p:cNvSpPr>
          <p:nvPr>
            <p:ph type="sldNum" sz="quarter" idx="12"/>
          </p:nvPr>
        </p:nvSpPr>
        <p:spPr/>
        <p:txBody>
          <a:bodyPr/>
          <a:lstStyle/>
          <a:p>
            <a:fld id="{5A2DD8A6-1A7A-4D1E-BF4A-3B3B1F7D0FCB}" type="slidenum">
              <a:rPr lang="en-IN" smtClean="0"/>
              <a:t>‹#›</a:t>
            </a:fld>
            <a:endParaRPr lang="en-IN"/>
          </a:p>
        </p:txBody>
      </p:sp>
    </p:spTree>
    <p:extLst>
      <p:ext uri="{BB962C8B-B14F-4D97-AF65-F5344CB8AC3E}">
        <p14:creationId xmlns:p14="http://schemas.microsoft.com/office/powerpoint/2010/main" val="19123746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76C73-7FAC-501A-6310-6A34A1FD794F}"/>
              </a:ext>
            </a:extLst>
          </p:cNvPr>
          <p:cNvSpPr>
            <a:spLocks noGrp="1"/>
          </p:cNvSpPr>
          <p:nvPr>
            <p:ph type="title"/>
          </p:nvPr>
        </p:nvSpPr>
        <p:spPr>
          <a:xfrm>
            <a:off x="629841" y="342900"/>
            <a:ext cx="2949178" cy="1200150"/>
          </a:xfrm>
        </p:spPr>
        <p:txBody>
          <a:bodyPr anchor="b"/>
          <a:lstStyle>
            <a:lvl1pPr>
              <a:defRPr sz="18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5D0DE8E-6ADC-2493-A12D-DF3CF6F303B3}"/>
              </a:ext>
            </a:extLst>
          </p:cNvPr>
          <p:cNvSpPr>
            <a:spLocks noGrp="1"/>
          </p:cNvSpPr>
          <p:nvPr>
            <p:ph type="pic" idx="1"/>
          </p:nvPr>
        </p:nvSpPr>
        <p:spPr>
          <a:xfrm>
            <a:off x="3887391" y="740570"/>
            <a:ext cx="4629150" cy="3655219"/>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endParaRPr lang="en-IN"/>
          </a:p>
        </p:txBody>
      </p:sp>
      <p:sp>
        <p:nvSpPr>
          <p:cNvPr id="4" name="Text Placeholder 3">
            <a:extLst>
              <a:ext uri="{FF2B5EF4-FFF2-40B4-BE49-F238E27FC236}">
                <a16:creationId xmlns:a16="http://schemas.microsoft.com/office/drawing/2014/main" id="{ECA59E65-0098-8EF9-EA7F-0DFCD9E699DD}"/>
              </a:ext>
            </a:extLst>
          </p:cNvPr>
          <p:cNvSpPr>
            <a:spLocks noGrp="1"/>
          </p:cNvSpPr>
          <p:nvPr>
            <p:ph type="body" sz="half" idx="2"/>
          </p:nvPr>
        </p:nvSpPr>
        <p:spPr>
          <a:xfrm>
            <a:off x="629841" y="1543050"/>
            <a:ext cx="2949178" cy="2858691"/>
          </a:xfr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en-US"/>
              <a:t>Click to edit Master text styles</a:t>
            </a:r>
          </a:p>
        </p:txBody>
      </p:sp>
      <p:sp>
        <p:nvSpPr>
          <p:cNvPr id="5" name="Date Placeholder 4">
            <a:extLst>
              <a:ext uri="{FF2B5EF4-FFF2-40B4-BE49-F238E27FC236}">
                <a16:creationId xmlns:a16="http://schemas.microsoft.com/office/drawing/2014/main" id="{316F001B-FF5D-18EB-EED4-4E47195FF12F}"/>
              </a:ext>
            </a:extLst>
          </p:cNvPr>
          <p:cNvSpPr>
            <a:spLocks noGrp="1"/>
          </p:cNvSpPr>
          <p:nvPr>
            <p:ph type="dt" sz="half" idx="10"/>
          </p:nvPr>
        </p:nvSpPr>
        <p:spPr/>
        <p:txBody>
          <a:bodyPr/>
          <a:lstStyle/>
          <a:p>
            <a:fld id="{76E4C5C9-3824-4792-8ED6-86451C2EDA54}" type="datetimeFigureOut">
              <a:rPr lang="en-IN" smtClean="0"/>
              <a:t>22-06-2026</a:t>
            </a:fld>
            <a:endParaRPr lang="en-IN"/>
          </a:p>
        </p:txBody>
      </p:sp>
      <p:sp>
        <p:nvSpPr>
          <p:cNvPr id="6" name="Footer Placeholder 5">
            <a:extLst>
              <a:ext uri="{FF2B5EF4-FFF2-40B4-BE49-F238E27FC236}">
                <a16:creationId xmlns:a16="http://schemas.microsoft.com/office/drawing/2014/main" id="{91C7A8DD-3D20-9B04-F9FD-E7447025F32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7D66969-94DA-9D56-A9E2-E929CF8ED0FB}"/>
              </a:ext>
            </a:extLst>
          </p:cNvPr>
          <p:cNvSpPr>
            <a:spLocks noGrp="1"/>
          </p:cNvSpPr>
          <p:nvPr>
            <p:ph type="sldNum" sz="quarter" idx="12"/>
          </p:nvPr>
        </p:nvSpPr>
        <p:spPr/>
        <p:txBody>
          <a:bodyPr/>
          <a:lstStyle/>
          <a:p>
            <a:fld id="{5A2DD8A6-1A7A-4D1E-BF4A-3B3B1F7D0FCB}" type="slidenum">
              <a:rPr lang="en-IN" smtClean="0"/>
              <a:t>‹#›</a:t>
            </a:fld>
            <a:endParaRPr lang="en-IN"/>
          </a:p>
        </p:txBody>
      </p:sp>
    </p:spTree>
    <p:extLst>
      <p:ext uri="{BB962C8B-B14F-4D97-AF65-F5344CB8AC3E}">
        <p14:creationId xmlns:p14="http://schemas.microsoft.com/office/powerpoint/2010/main" val="39068777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D128C-5E2B-1917-072C-8438F6FB96C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8E62FE5-9519-D860-1215-F8C730AE803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4C03230-3B0B-0BE0-0856-60F32714B7BD}"/>
              </a:ext>
            </a:extLst>
          </p:cNvPr>
          <p:cNvSpPr>
            <a:spLocks noGrp="1"/>
          </p:cNvSpPr>
          <p:nvPr>
            <p:ph type="dt" sz="half" idx="10"/>
          </p:nvPr>
        </p:nvSpPr>
        <p:spPr/>
        <p:txBody>
          <a:bodyPr/>
          <a:lstStyle/>
          <a:p>
            <a:fld id="{76E4C5C9-3824-4792-8ED6-86451C2EDA54}" type="datetimeFigureOut">
              <a:rPr lang="en-IN" smtClean="0"/>
              <a:t>22-06-2026</a:t>
            </a:fld>
            <a:endParaRPr lang="en-IN"/>
          </a:p>
        </p:txBody>
      </p:sp>
      <p:sp>
        <p:nvSpPr>
          <p:cNvPr id="5" name="Footer Placeholder 4">
            <a:extLst>
              <a:ext uri="{FF2B5EF4-FFF2-40B4-BE49-F238E27FC236}">
                <a16:creationId xmlns:a16="http://schemas.microsoft.com/office/drawing/2014/main" id="{3F2D01A2-EC80-C348-CC1A-583C140F0B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3D9A67-34C0-4B07-B62B-602B05A7E029}"/>
              </a:ext>
            </a:extLst>
          </p:cNvPr>
          <p:cNvSpPr>
            <a:spLocks noGrp="1"/>
          </p:cNvSpPr>
          <p:nvPr>
            <p:ph type="sldNum" sz="quarter" idx="12"/>
          </p:nvPr>
        </p:nvSpPr>
        <p:spPr/>
        <p:txBody>
          <a:bodyPr/>
          <a:lstStyle/>
          <a:p>
            <a:fld id="{5A2DD8A6-1A7A-4D1E-BF4A-3B3B1F7D0FCB}" type="slidenum">
              <a:rPr lang="en-IN" smtClean="0"/>
              <a:t>‹#›</a:t>
            </a:fld>
            <a:endParaRPr lang="en-IN"/>
          </a:p>
        </p:txBody>
      </p:sp>
    </p:spTree>
    <p:extLst>
      <p:ext uri="{BB962C8B-B14F-4D97-AF65-F5344CB8AC3E}">
        <p14:creationId xmlns:p14="http://schemas.microsoft.com/office/powerpoint/2010/main" val="22583312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81C1BB-05F7-48E6-B7F2-4FD19DEF766E}"/>
              </a:ext>
            </a:extLst>
          </p:cNvPr>
          <p:cNvSpPr>
            <a:spLocks noGrp="1"/>
          </p:cNvSpPr>
          <p:nvPr>
            <p:ph type="title" orient="vert"/>
          </p:nvPr>
        </p:nvSpPr>
        <p:spPr>
          <a:xfrm>
            <a:off x="6543676" y="273844"/>
            <a:ext cx="1971675" cy="4358879"/>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78188CB-B948-6D40-A19B-D43DB332FACA}"/>
              </a:ext>
            </a:extLst>
          </p:cNvPr>
          <p:cNvSpPr>
            <a:spLocks noGrp="1"/>
          </p:cNvSpPr>
          <p:nvPr>
            <p:ph type="body" orient="vert" idx="1"/>
          </p:nvPr>
        </p:nvSpPr>
        <p:spPr>
          <a:xfrm>
            <a:off x="628651"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812D05-EE22-319F-8443-A1E24FF35A36}"/>
              </a:ext>
            </a:extLst>
          </p:cNvPr>
          <p:cNvSpPr>
            <a:spLocks noGrp="1"/>
          </p:cNvSpPr>
          <p:nvPr>
            <p:ph type="dt" sz="half" idx="10"/>
          </p:nvPr>
        </p:nvSpPr>
        <p:spPr/>
        <p:txBody>
          <a:bodyPr/>
          <a:lstStyle/>
          <a:p>
            <a:fld id="{76E4C5C9-3824-4792-8ED6-86451C2EDA54}" type="datetimeFigureOut">
              <a:rPr lang="en-IN" smtClean="0"/>
              <a:t>22-06-2026</a:t>
            </a:fld>
            <a:endParaRPr lang="en-IN"/>
          </a:p>
        </p:txBody>
      </p:sp>
      <p:sp>
        <p:nvSpPr>
          <p:cNvPr id="5" name="Footer Placeholder 4">
            <a:extLst>
              <a:ext uri="{FF2B5EF4-FFF2-40B4-BE49-F238E27FC236}">
                <a16:creationId xmlns:a16="http://schemas.microsoft.com/office/drawing/2014/main" id="{39BE35A2-142F-CE0A-5187-DB929AFA41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174EB34-3D04-7542-49C8-05584DD7A286}"/>
              </a:ext>
            </a:extLst>
          </p:cNvPr>
          <p:cNvSpPr>
            <a:spLocks noGrp="1"/>
          </p:cNvSpPr>
          <p:nvPr>
            <p:ph type="sldNum" sz="quarter" idx="12"/>
          </p:nvPr>
        </p:nvSpPr>
        <p:spPr/>
        <p:txBody>
          <a:bodyPr/>
          <a:lstStyle/>
          <a:p>
            <a:fld id="{5A2DD8A6-1A7A-4D1E-BF4A-3B3B1F7D0FCB}" type="slidenum">
              <a:rPr lang="en-IN" smtClean="0"/>
              <a:t>‹#›</a:t>
            </a:fld>
            <a:endParaRPr lang="en-IN"/>
          </a:p>
        </p:txBody>
      </p:sp>
    </p:spTree>
    <p:extLst>
      <p:ext uri="{BB962C8B-B14F-4D97-AF65-F5344CB8AC3E}">
        <p14:creationId xmlns:p14="http://schemas.microsoft.com/office/powerpoint/2010/main" val="1620829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ABEE47B-B60E-3FA9-1096-8CE4BD2B2C9F}"/>
              </a:ext>
            </a:extLst>
          </p:cNvPr>
          <p:cNvSpPr>
            <a:spLocks noGrp="1"/>
          </p:cNvSpPr>
          <p:nvPr>
            <p:ph type="title"/>
          </p:nvPr>
        </p:nvSpPr>
        <p:spPr>
          <a:xfrm>
            <a:off x="628650" y="273845"/>
            <a:ext cx="7886700" cy="994172"/>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9E801E0-546C-722F-EC21-393AB5502BC2}"/>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8C0D71-7213-AAA7-D802-D825B285A6E2}"/>
              </a:ext>
            </a:extLst>
          </p:cNvPr>
          <p:cNvSpPr>
            <a:spLocks noGrp="1"/>
          </p:cNvSpPr>
          <p:nvPr>
            <p:ph type="dt" sz="half" idx="2"/>
          </p:nvPr>
        </p:nvSpPr>
        <p:spPr>
          <a:xfrm>
            <a:off x="628650" y="4767264"/>
            <a:ext cx="2057400" cy="273844"/>
          </a:xfrm>
          <a:prstGeom prst="rect">
            <a:avLst/>
          </a:prstGeom>
        </p:spPr>
        <p:txBody>
          <a:bodyPr vert="horz" lIns="91440" tIns="45720" rIns="91440" bIns="45720" rtlCol="0" anchor="ctr"/>
          <a:lstStyle>
            <a:lvl1pPr algn="l">
              <a:defRPr sz="675">
                <a:solidFill>
                  <a:schemeClr val="tx1">
                    <a:tint val="82000"/>
                  </a:schemeClr>
                </a:solidFill>
              </a:defRPr>
            </a:lvl1pPr>
          </a:lstStyle>
          <a:p>
            <a:fld id="{76E4C5C9-3824-4792-8ED6-86451C2EDA54}" type="datetimeFigureOut">
              <a:rPr lang="en-IN" smtClean="0"/>
              <a:t>22-06-2026</a:t>
            </a:fld>
            <a:endParaRPr lang="en-IN"/>
          </a:p>
        </p:txBody>
      </p:sp>
      <p:sp>
        <p:nvSpPr>
          <p:cNvPr id="5" name="Footer Placeholder 4">
            <a:extLst>
              <a:ext uri="{FF2B5EF4-FFF2-40B4-BE49-F238E27FC236}">
                <a16:creationId xmlns:a16="http://schemas.microsoft.com/office/drawing/2014/main" id="{644EF8D3-D53A-AB96-18BA-027F6DD41806}"/>
              </a:ext>
            </a:extLst>
          </p:cNvPr>
          <p:cNvSpPr>
            <a:spLocks noGrp="1"/>
          </p:cNvSpPr>
          <p:nvPr>
            <p:ph type="ftr" sz="quarter" idx="3"/>
          </p:nvPr>
        </p:nvSpPr>
        <p:spPr>
          <a:xfrm>
            <a:off x="3028950" y="4767264"/>
            <a:ext cx="3086100" cy="273844"/>
          </a:xfrm>
          <a:prstGeom prst="rect">
            <a:avLst/>
          </a:prstGeom>
        </p:spPr>
        <p:txBody>
          <a:bodyPr vert="horz" lIns="91440" tIns="45720" rIns="91440" bIns="45720" rtlCol="0" anchor="ctr"/>
          <a:lstStyle>
            <a:lvl1pPr algn="ctr">
              <a:defRPr sz="675">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8EB20135-3F87-E8E8-BD09-BC5A5ADCC89A}"/>
              </a:ext>
            </a:extLst>
          </p:cNvPr>
          <p:cNvSpPr>
            <a:spLocks noGrp="1"/>
          </p:cNvSpPr>
          <p:nvPr>
            <p:ph type="sldNum" sz="quarter" idx="4"/>
          </p:nvPr>
        </p:nvSpPr>
        <p:spPr>
          <a:xfrm>
            <a:off x="6457950" y="4767264"/>
            <a:ext cx="2057400" cy="273844"/>
          </a:xfrm>
          <a:prstGeom prst="rect">
            <a:avLst/>
          </a:prstGeom>
        </p:spPr>
        <p:txBody>
          <a:bodyPr vert="horz" lIns="91440" tIns="45720" rIns="91440" bIns="45720" rtlCol="0" anchor="ctr"/>
          <a:lstStyle>
            <a:lvl1pPr algn="r">
              <a:defRPr sz="675">
                <a:solidFill>
                  <a:schemeClr val="tx1">
                    <a:tint val="82000"/>
                  </a:schemeClr>
                </a:solidFill>
              </a:defRPr>
            </a:lvl1pPr>
          </a:lstStyle>
          <a:p>
            <a:fld id="{5A2DD8A6-1A7A-4D1E-BF4A-3B3B1F7D0FCB}" type="slidenum">
              <a:rPr lang="en-IN" smtClean="0"/>
              <a:t>‹#›</a:t>
            </a:fld>
            <a:endParaRPr lang="en-IN"/>
          </a:p>
        </p:txBody>
      </p:sp>
    </p:spTree>
    <p:extLst>
      <p:ext uri="{BB962C8B-B14F-4D97-AF65-F5344CB8AC3E}">
        <p14:creationId xmlns:p14="http://schemas.microsoft.com/office/powerpoint/2010/main" val="20005077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514350" rtl="0" eaLnBrk="1" latinLnBrk="0" hangingPunct="1">
        <a:lnSpc>
          <a:spcPct val="90000"/>
        </a:lnSpc>
        <a:spcBef>
          <a:spcPct val="0"/>
        </a:spcBef>
        <a:buNone/>
        <a:defRPr sz="2475" kern="1200">
          <a:solidFill>
            <a:schemeClr val="tx1"/>
          </a:solidFill>
          <a:latin typeface="+mj-lt"/>
          <a:ea typeface="+mj-ea"/>
          <a:cs typeface="+mj-cs"/>
        </a:defRPr>
      </a:lvl1pPr>
    </p:titleStyle>
    <p:bodyStyle>
      <a:lvl1pPr marL="128588" indent="-128588" algn="l" defTabSz="514350" rtl="0" eaLnBrk="1" latinLnBrk="0" hangingPunct="1">
        <a:lnSpc>
          <a:spcPct val="90000"/>
        </a:lnSpc>
        <a:spcBef>
          <a:spcPts val="563"/>
        </a:spcBef>
        <a:buFont typeface="Arial" panose="020B0604020202020204" pitchFamily="34" charset="0"/>
        <a:buChar char="•"/>
        <a:defRPr sz="1575" kern="1200">
          <a:solidFill>
            <a:schemeClr val="tx1"/>
          </a:solidFill>
          <a:latin typeface="+mn-lt"/>
          <a:ea typeface="+mn-ea"/>
          <a:cs typeface="+mn-cs"/>
        </a:defRPr>
      </a:lvl1pPr>
      <a:lvl2pPr marL="385763" indent="-128588" algn="l" defTabSz="514350" rtl="0" eaLnBrk="1" latinLnBrk="0" hangingPunct="1">
        <a:lnSpc>
          <a:spcPct val="90000"/>
        </a:lnSpc>
        <a:spcBef>
          <a:spcPts val="281"/>
        </a:spcBef>
        <a:buFont typeface="Arial" panose="020B0604020202020204" pitchFamily="34" charset="0"/>
        <a:buChar char="•"/>
        <a:defRPr sz="1350" kern="1200">
          <a:solidFill>
            <a:schemeClr val="tx1"/>
          </a:solidFill>
          <a:latin typeface="+mn-lt"/>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25"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7090632-6E04-B6D2-9CA2-08F263CA5009}"/>
              </a:ext>
            </a:extLst>
          </p:cNvPr>
          <p:cNvSpPr/>
          <p:nvPr/>
        </p:nvSpPr>
        <p:spPr>
          <a:xfrm>
            <a:off x="0" y="0"/>
            <a:ext cx="9144000" cy="38100"/>
          </a:xfrm>
          <a:prstGeom prst="rect">
            <a:avLst/>
          </a:prstGeom>
          <a:solidFill>
            <a:srgbClr val="23A6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FA31CA05-29CB-31DE-1170-229BC9589961}"/>
              </a:ext>
            </a:extLst>
          </p:cNvPr>
          <p:cNvSpPr txBox="1"/>
          <p:nvPr/>
        </p:nvSpPr>
        <p:spPr>
          <a:xfrm>
            <a:off x="0" y="4991100"/>
            <a:ext cx="9144000" cy="369332"/>
          </a:xfrm>
          <a:prstGeom prst="rect">
            <a:avLst/>
          </a:prstGeom>
          <a:noFill/>
        </p:spPr>
        <p:txBody>
          <a:bodyPr vert="horz" wrap="square" rtlCol="0">
            <a:noAutofit/>
          </a:bodyPr>
          <a:lstStyle/>
          <a:p>
            <a:pPr algn="ctr"/>
            <a:r>
              <a:rPr lang="en-IN" sz="700">
                <a:solidFill>
                  <a:srgbClr val="503424"/>
                </a:solidFill>
                <a:latin typeface="Segoe UI" panose="020B0502040204020203" pitchFamily="34" charset="0"/>
              </a:rPr>
              <a:t>GitHub Copilot x Inspire Brands QE</a:t>
            </a:r>
          </a:p>
        </p:txBody>
      </p:sp>
      <p:sp>
        <p:nvSpPr>
          <p:cNvPr id="4" name="Rectangle 3">
            <a:extLst>
              <a:ext uri="{FF2B5EF4-FFF2-40B4-BE49-F238E27FC236}">
                <a16:creationId xmlns:a16="http://schemas.microsoft.com/office/drawing/2014/main" id="{FEE5E7BC-4216-766D-AC7B-DD9C2F00D44F}"/>
              </a:ext>
            </a:extLst>
          </p:cNvPr>
          <p:cNvSpPr/>
          <p:nvPr/>
        </p:nvSpPr>
        <p:spPr>
          <a:xfrm>
            <a:off x="0" y="0"/>
            <a:ext cx="9144000" cy="38100"/>
          </a:xfrm>
          <a:prstGeom prst="rect">
            <a:avLst/>
          </a:prstGeom>
          <a:solidFill>
            <a:srgbClr val="23A6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995ADDA5-9905-F0C4-F174-2B65281F0365}"/>
              </a:ext>
            </a:extLst>
          </p:cNvPr>
          <p:cNvSpPr/>
          <p:nvPr/>
        </p:nvSpPr>
        <p:spPr>
          <a:xfrm>
            <a:off x="4064000" y="1930400"/>
            <a:ext cx="1016000" cy="38100"/>
          </a:xfrm>
          <a:prstGeom prst="rect">
            <a:avLst/>
          </a:prstGeom>
          <a:solidFill>
            <a:srgbClr val="23A6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8AF57188-9161-3BC1-08A9-2262656F90D7}"/>
              </a:ext>
            </a:extLst>
          </p:cNvPr>
          <p:cNvSpPr txBox="1"/>
          <p:nvPr/>
        </p:nvSpPr>
        <p:spPr>
          <a:xfrm>
            <a:off x="762000" y="787400"/>
            <a:ext cx="7620000" cy="369332"/>
          </a:xfrm>
          <a:prstGeom prst="rect">
            <a:avLst/>
          </a:prstGeom>
          <a:noFill/>
        </p:spPr>
        <p:txBody>
          <a:bodyPr vert="horz" wrap="square" rtlCol="0">
            <a:noAutofit/>
          </a:bodyPr>
          <a:lstStyle/>
          <a:p>
            <a:pPr algn="ctr"/>
            <a:r>
              <a:rPr lang="en-IN" sz="900" b="1">
                <a:solidFill>
                  <a:srgbClr val="23A6F5"/>
                </a:solidFill>
                <a:latin typeface="Segoe UI" panose="020B0502040204020203" pitchFamily="34" charset="0"/>
              </a:rPr>
              <a:t>INSPIRE BRANDS  .  QUALITY ENGINEERING</a:t>
            </a:r>
          </a:p>
        </p:txBody>
      </p:sp>
      <p:sp>
        <p:nvSpPr>
          <p:cNvPr id="7" name="TextBox 6">
            <a:extLst>
              <a:ext uri="{FF2B5EF4-FFF2-40B4-BE49-F238E27FC236}">
                <a16:creationId xmlns:a16="http://schemas.microsoft.com/office/drawing/2014/main" id="{AEF5F191-9F97-F6CD-E9EC-A29EF1012B77}"/>
              </a:ext>
            </a:extLst>
          </p:cNvPr>
          <p:cNvSpPr txBox="1"/>
          <p:nvPr/>
        </p:nvSpPr>
        <p:spPr>
          <a:xfrm>
            <a:off x="762000" y="1066800"/>
            <a:ext cx="7620000" cy="369332"/>
          </a:xfrm>
          <a:prstGeom prst="rect">
            <a:avLst/>
          </a:prstGeom>
          <a:noFill/>
        </p:spPr>
        <p:txBody>
          <a:bodyPr vert="horz" wrap="square" rtlCol="0">
            <a:noAutofit/>
          </a:bodyPr>
          <a:lstStyle/>
          <a:p>
            <a:pPr algn="ctr"/>
            <a:r>
              <a:rPr lang="en-US" sz="2800" b="1">
                <a:solidFill>
                  <a:srgbClr val="F5EDE8"/>
                </a:solidFill>
                <a:latin typeface="Segoe UI" panose="020B0502040204020203" pitchFamily="34" charset="0"/>
              </a:rPr>
              <a:t>GitHub Copilot for Automation Frameworks</a:t>
            </a:r>
            <a:endParaRPr lang="en-IN" sz="2800" b="1">
              <a:solidFill>
                <a:srgbClr val="F5EDE8"/>
              </a:solidFill>
              <a:latin typeface="Segoe UI" panose="020B0502040204020203" pitchFamily="34" charset="0"/>
            </a:endParaRPr>
          </a:p>
        </p:txBody>
      </p:sp>
      <p:sp>
        <p:nvSpPr>
          <p:cNvPr id="8" name="TextBox 7">
            <a:extLst>
              <a:ext uri="{FF2B5EF4-FFF2-40B4-BE49-F238E27FC236}">
                <a16:creationId xmlns:a16="http://schemas.microsoft.com/office/drawing/2014/main" id="{7EDFBA37-EBB4-9823-1D40-7AEBBC7B7C1E}"/>
              </a:ext>
            </a:extLst>
          </p:cNvPr>
          <p:cNvSpPr txBox="1"/>
          <p:nvPr/>
        </p:nvSpPr>
        <p:spPr>
          <a:xfrm>
            <a:off x="1016000" y="2057400"/>
            <a:ext cx="7112000" cy="369332"/>
          </a:xfrm>
          <a:prstGeom prst="rect">
            <a:avLst/>
          </a:prstGeom>
          <a:noFill/>
        </p:spPr>
        <p:txBody>
          <a:bodyPr vert="horz" wrap="square" rtlCol="0">
            <a:noAutofit/>
          </a:bodyPr>
          <a:lstStyle/>
          <a:p>
            <a:pPr algn="ctr"/>
            <a:r>
              <a:rPr lang="en-US" sz="1000">
                <a:solidFill>
                  <a:srgbClr val="B0927A"/>
                </a:solidFill>
                <a:latin typeface="Segoe UI" panose="020B0502040204020203" pitchFamily="34" charset="0"/>
              </a:rPr>
              <a:t>From writing test code to building intelligent, self-documenting frameworks</a:t>
            </a:r>
            <a:endParaRPr lang="en-IN" sz="1000">
              <a:solidFill>
                <a:srgbClr val="B0927A"/>
              </a:solidFill>
              <a:latin typeface="Segoe UI" panose="020B0502040204020203" pitchFamily="34" charset="0"/>
            </a:endParaRPr>
          </a:p>
        </p:txBody>
      </p:sp>
      <p:sp>
        <p:nvSpPr>
          <p:cNvPr id="9" name="TextBox 8">
            <a:extLst>
              <a:ext uri="{FF2B5EF4-FFF2-40B4-BE49-F238E27FC236}">
                <a16:creationId xmlns:a16="http://schemas.microsoft.com/office/drawing/2014/main" id="{F0351FE5-B88A-DA32-C6D1-837C78FA7C86}"/>
              </a:ext>
            </a:extLst>
          </p:cNvPr>
          <p:cNvSpPr txBox="1"/>
          <p:nvPr/>
        </p:nvSpPr>
        <p:spPr>
          <a:xfrm>
            <a:off x="1016000" y="2324100"/>
            <a:ext cx="7112000" cy="369332"/>
          </a:xfrm>
          <a:prstGeom prst="rect">
            <a:avLst/>
          </a:prstGeom>
          <a:noFill/>
        </p:spPr>
        <p:txBody>
          <a:bodyPr vert="horz" wrap="square" rtlCol="0">
            <a:noAutofit/>
          </a:bodyPr>
          <a:lstStyle/>
          <a:p>
            <a:pPr algn="ctr"/>
            <a:r>
              <a:rPr lang="en-US" sz="1000">
                <a:solidFill>
                  <a:srgbClr val="B0927A"/>
                </a:solidFill>
                <a:latin typeface="Segoe UI" panose="020B0502040204020203" pitchFamily="34" charset="0"/>
              </a:rPr>
              <a:t>how AI-assisted development changes the game for QE teams.</a:t>
            </a:r>
            <a:endParaRPr lang="en-IN" sz="1000">
              <a:solidFill>
                <a:srgbClr val="B0927A"/>
              </a:solidFill>
              <a:latin typeface="Segoe UI" panose="020B0502040204020203" pitchFamily="34" charset="0"/>
            </a:endParaRPr>
          </a:p>
        </p:txBody>
      </p:sp>
      <p:sp>
        <p:nvSpPr>
          <p:cNvPr id="10" name="Rectangle 9">
            <a:extLst>
              <a:ext uri="{FF2B5EF4-FFF2-40B4-BE49-F238E27FC236}">
                <a16:creationId xmlns:a16="http://schemas.microsoft.com/office/drawing/2014/main" id="{573471A3-43C7-99F6-AF58-11C678452F46}"/>
              </a:ext>
            </a:extLst>
          </p:cNvPr>
          <p:cNvSpPr/>
          <p:nvPr/>
        </p:nvSpPr>
        <p:spPr>
          <a:xfrm>
            <a:off x="1117600" y="2667000"/>
            <a:ext cx="1651000" cy="279400"/>
          </a:xfrm>
          <a:prstGeom prst="rect">
            <a:avLst/>
          </a:prstGeom>
          <a:solidFill>
            <a:srgbClr val="402412"/>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B00AA28B-04E3-2483-1640-38D8C0D2792F}"/>
              </a:ext>
            </a:extLst>
          </p:cNvPr>
          <p:cNvSpPr txBox="1"/>
          <p:nvPr/>
        </p:nvSpPr>
        <p:spPr>
          <a:xfrm>
            <a:off x="1117600" y="2667000"/>
            <a:ext cx="1651000" cy="369332"/>
          </a:xfrm>
          <a:prstGeom prst="rect">
            <a:avLst/>
          </a:prstGeom>
          <a:noFill/>
        </p:spPr>
        <p:txBody>
          <a:bodyPr vert="horz" wrap="square" rtlCol="0">
            <a:noAutofit/>
          </a:bodyPr>
          <a:lstStyle/>
          <a:p>
            <a:pPr algn="ctr"/>
            <a:r>
              <a:rPr lang="en-IN" sz="800" b="1">
                <a:solidFill>
                  <a:srgbClr val="FF9E4A"/>
                </a:solidFill>
                <a:latin typeface="Segoe UI" panose="020B0502040204020203" pitchFamily="34" charset="0"/>
              </a:rPr>
              <a:t>Agent Mode</a:t>
            </a:r>
          </a:p>
        </p:txBody>
      </p:sp>
      <p:sp>
        <p:nvSpPr>
          <p:cNvPr id="12" name="Rectangle 11">
            <a:extLst>
              <a:ext uri="{FF2B5EF4-FFF2-40B4-BE49-F238E27FC236}">
                <a16:creationId xmlns:a16="http://schemas.microsoft.com/office/drawing/2014/main" id="{DE5C14F8-72AF-E5C7-CF01-3ECA0A45BB6B}"/>
              </a:ext>
            </a:extLst>
          </p:cNvPr>
          <p:cNvSpPr/>
          <p:nvPr/>
        </p:nvSpPr>
        <p:spPr>
          <a:xfrm>
            <a:off x="2844800" y="2667000"/>
            <a:ext cx="1651000" cy="279400"/>
          </a:xfrm>
          <a:prstGeom prst="rect">
            <a:avLst/>
          </a:prstGeom>
          <a:solidFill>
            <a:srgbClr val="402412"/>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140A1558-1418-DCEC-4368-4C5D0167983B}"/>
              </a:ext>
            </a:extLst>
          </p:cNvPr>
          <p:cNvSpPr txBox="1"/>
          <p:nvPr/>
        </p:nvSpPr>
        <p:spPr>
          <a:xfrm>
            <a:off x="2844800" y="2667000"/>
            <a:ext cx="1651000" cy="369332"/>
          </a:xfrm>
          <a:prstGeom prst="rect">
            <a:avLst/>
          </a:prstGeom>
          <a:noFill/>
        </p:spPr>
        <p:txBody>
          <a:bodyPr vert="horz" wrap="square" rtlCol="0">
            <a:noAutofit/>
          </a:bodyPr>
          <a:lstStyle/>
          <a:p>
            <a:pPr algn="ctr"/>
            <a:r>
              <a:rPr lang="en-IN" sz="800" b="1">
                <a:solidFill>
                  <a:srgbClr val="FF9E4A"/>
                </a:solidFill>
                <a:latin typeface="Segoe UI" panose="020B0502040204020203" pitchFamily="34" charset="0"/>
              </a:rPr>
              <a:t>Custom Agents</a:t>
            </a:r>
          </a:p>
        </p:txBody>
      </p:sp>
      <p:sp>
        <p:nvSpPr>
          <p:cNvPr id="14" name="Rectangle 13">
            <a:extLst>
              <a:ext uri="{FF2B5EF4-FFF2-40B4-BE49-F238E27FC236}">
                <a16:creationId xmlns:a16="http://schemas.microsoft.com/office/drawing/2014/main" id="{A042D384-E1E0-1D74-BD93-84FCA98E3F54}"/>
              </a:ext>
            </a:extLst>
          </p:cNvPr>
          <p:cNvSpPr/>
          <p:nvPr/>
        </p:nvSpPr>
        <p:spPr>
          <a:xfrm>
            <a:off x="4572000" y="2667000"/>
            <a:ext cx="1651000" cy="279400"/>
          </a:xfrm>
          <a:prstGeom prst="rect">
            <a:avLst/>
          </a:prstGeom>
          <a:solidFill>
            <a:srgbClr val="402412"/>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34332F09-B71F-ED8F-042C-87DF108FA590}"/>
              </a:ext>
            </a:extLst>
          </p:cNvPr>
          <p:cNvSpPr txBox="1"/>
          <p:nvPr/>
        </p:nvSpPr>
        <p:spPr>
          <a:xfrm>
            <a:off x="4572000" y="2667000"/>
            <a:ext cx="1651000" cy="369332"/>
          </a:xfrm>
          <a:prstGeom prst="rect">
            <a:avLst/>
          </a:prstGeom>
          <a:noFill/>
        </p:spPr>
        <p:txBody>
          <a:bodyPr vert="horz" wrap="square" rtlCol="0">
            <a:noAutofit/>
          </a:bodyPr>
          <a:lstStyle/>
          <a:p>
            <a:pPr algn="ctr"/>
            <a:r>
              <a:rPr lang="en-IN" sz="800" b="1">
                <a:solidFill>
                  <a:srgbClr val="FF9E4A"/>
                </a:solidFill>
                <a:latin typeface="Segoe UI" panose="020B0502040204020203" pitchFamily="34" charset="0"/>
              </a:rPr>
              <a:t>Selenium + TestNG</a:t>
            </a:r>
          </a:p>
        </p:txBody>
      </p:sp>
      <p:sp>
        <p:nvSpPr>
          <p:cNvPr id="16" name="Rectangle 15">
            <a:extLst>
              <a:ext uri="{FF2B5EF4-FFF2-40B4-BE49-F238E27FC236}">
                <a16:creationId xmlns:a16="http://schemas.microsoft.com/office/drawing/2014/main" id="{06B7F0E4-A825-8308-08E0-3E81A5856271}"/>
              </a:ext>
            </a:extLst>
          </p:cNvPr>
          <p:cNvSpPr/>
          <p:nvPr/>
        </p:nvSpPr>
        <p:spPr>
          <a:xfrm>
            <a:off x="6299200" y="2667000"/>
            <a:ext cx="1651000" cy="279400"/>
          </a:xfrm>
          <a:prstGeom prst="rect">
            <a:avLst/>
          </a:prstGeom>
          <a:solidFill>
            <a:srgbClr val="402412"/>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1464D17B-59BC-A736-E615-2B8E2ECB2B0D}"/>
              </a:ext>
            </a:extLst>
          </p:cNvPr>
          <p:cNvSpPr txBox="1"/>
          <p:nvPr/>
        </p:nvSpPr>
        <p:spPr>
          <a:xfrm>
            <a:off x="6299200" y="2667000"/>
            <a:ext cx="1651000" cy="369332"/>
          </a:xfrm>
          <a:prstGeom prst="rect">
            <a:avLst/>
          </a:prstGeom>
          <a:noFill/>
        </p:spPr>
        <p:txBody>
          <a:bodyPr vert="horz" wrap="square" rtlCol="0">
            <a:noAutofit/>
          </a:bodyPr>
          <a:lstStyle/>
          <a:p>
            <a:pPr algn="ctr"/>
            <a:r>
              <a:rPr lang="en-IN" sz="800" b="1">
                <a:solidFill>
                  <a:srgbClr val="FF9E4A"/>
                </a:solidFill>
                <a:latin typeface="Segoe UI" panose="020B0502040204020203" pitchFamily="34" charset="0"/>
              </a:rPr>
              <a:t>Inspire Framework</a:t>
            </a:r>
          </a:p>
        </p:txBody>
      </p:sp>
      <p:sp>
        <p:nvSpPr>
          <p:cNvPr id="18" name="TextBox 17">
            <a:extLst>
              <a:ext uri="{FF2B5EF4-FFF2-40B4-BE49-F238E27FC236}">
                <a16:creationId xmlns:a16="http://schemas.microsoft.com/office/drawing/2014/main" id="{A2B15872-FB7D-7996-09FA-6107E0AFD401}"/>
              </a:ext>
            </a:extLst>
          </p:cNvPr>
          <p:cNvSpPr txBox="1"/>
          <p:nvPr/>
        </p:nvSpPr>
        <p:spPr>
          <a:xfrm>
            <a:off x="0" y="4991100"/>
            <a:ext cx="9144000" cy="369332"/>
          </a:xfrm>
          <a:prstGeom prst="rect">
            <a:avLst/>
          </a:prstGeom>
          <a:noFill/>
        </p:spPr>
        <p:txBody>
          <a:bodyPr vert="horz" wrap="square" rtlCol="0">
            <a:noAutofit/>
          </a:bodyPr>
          <a:lstStyle/>
          <a:p>
            <a:pPr algn="ctr"/>
            <a:r>
              <a:rPr lang="en-IN" sz="700">
                <a:solidFill>
                  <a:srgbClr val="503424"/>
                </a:solidFill>
                <a:latin typeface="Segoe UI" panose="020B0502040204020203" pitchFamily="34" charset="0"/>
              </a:rPr>
              <a:t>GitHub Copilot x Inspire Brands QE</a:t>
            </a:r>
          </a:p>
        </p:txBody>
      </p:sp>
    </p:spTree>
    <p:extLst>
      <p:ext uri="{BB962C8B-B14F-4D97-AF65-F5344CB8AC3E}">
        <p14:creationId xmlns:p14="http://schemas.microsoft.com/office/powerpoint/2010/main" val="3603372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5B7665-F570-131C-0421-DA72EB342C71}"/>
              </a:ext>
            </a:extLst>
          </p:cNvPr>
          <p:cNvSpPr/>
          <p:nvPr/>
        </p:nvSpPr>
        <p:spPr>
          <a:xfrm>
            <a:off x="0" y="0"/>
            <a:ext cx="9144000" cy="38100"/>
          </a:xfrm>
          <a:prstGeom prst="rect">
            <a:avLst/>
          </a:prstGeom>
          <a:solidFill>
            <a:srgbClr val="23A6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80490C45-3A88-3E2B-BA59-218338BB64AA}"/>
              </a:ext>
            </a:extLst>
          </p:cNvPr>
          <p:cNvSpPr txBox="1"/>
          <p:nvPr/>
        </p:nvSpPr>
        <p:spPr>
          <a:xfrm>
            <a:off x="0" y="4991100"/>
            <a:ext cx="9144000" cy="369332"/>
          </a:xfrm>
          <a:prstGeom prst="rect">
            <a:avLst/>
          </a:prstGeom>
          <a:noFill/>
        </p:spPr>
        <p:txBody>
          <a:bodyPr vert="horz" wrap="square" rtlCol="0">
            <a:noAutofit/>
          </a:bodyPr>
          <a:lstStyle/>
          <a:p>
            <a:pPr algn="ctr"/>
            <a:r>
              <a:rPr lang="en-IN" sz="700">
                <a:solidFill>
                  <a:srgbClr val="503424"/>
                </a:solidFill>
                <a:latin typeface="Segoe UI" panose="020B0502040204020203" pitchFamily="34" charset="0"/>
              </a:rPr>
              <a:t>GitHub Copilot x Inspire Brands QE</a:t>
            </a:r>
          </a:p>
        </p:txBody>
      </p:sp>
      <p:sp>
        <p:nvSpPr>
          <p:cNvPr id="4" name="TextBox 3">
            <a:extLst>
              <a:ext uri="{FF2B5EF4-FFF2-40B4-BE49-F238E27FC236}">
                <a16:creationId xmlns:a16="http://schemas.microsoft.com/office/drawing/2014/main" id="{F510083E-3632-054E-6492-414CC0FDBF3A}"/>
              </a:ext>
            </a:extLst>
          </p:cNvPr>
          <p:cNvSpPr txBox="1"/>
          <p:nvPr/>
        </p:nvSpPr>
        <p:spPr>
          <a:xfrm>
            <a:off x="254000" y="152400"/>
            <a:ext cx="8636000" cy="369332"/>
          </a:xfrm>
          <a:prstGeom prst="rect">
            <a:avLst/>
          </a:prstGeom>
          <a:noFill/>
        </p:spPr>
        <p:txBody>
          <a:bodyPr vert="horz" wrap="square" rtlCol="0">
            <a:noAutofit/>
          </a:bodyPr>
          <a:lstStyle/>
          <a:p>
            <a:r>
              <a:rPr lang="en-US" sz="1300" b="1">
                <a:solidFill>
                  <a:srgbClr val="F5EDE8"/>
                </a:solidFill>
                <a:latin typeface="Segoe UI" panose="020B0502040204020203" pitchFamily="34" charset="0"/>
              </a:rPr>
              <a:t>Why GitHub Copilot for Automation Frameworks?</a:t>
            </a:r>
            <a:endParaRPr lang="en-IN" sz="1300" b="1">
              <a:solidFill>
                <a:srgbClr val="F5EDE8"/>
              </a:solidFill>
              <a:latin typeface="Segoe UI" panose="020B0502040204020203" pitchFamily="34" charset="0"/>
            </a:endParaRPr>
          </a:p>
        </p:txBody>
      </p:sp>
      <p:sp>
        <p:nvSpPr>
          <p:cNvPr id="5" name="Rectangle 4">
            <a:extLst>
              <a:ext uri="{FF2B5EF4-FFF2-40B4-BE49-F238E27FC236}">
                <a16:creationId xmlns:a16="http://schemas.microsoft.com/office/drawing/2014/main" id="{1A7D1359-9917-3084-1F0D-3A41D8CA73C4}"/>
              </a:ext>
            </a:extLst>
          </p:cNvPr>
          <p:cNvSpPr/>
          <p:nvPr/>
        </p:nvSpPr>
        <p:spPr>
          <a:xfrm>
            <a:off x="254000" y="431800"/>
            <a:ext cx="8636000" cy="12700"/>
          </a:xfrm>
          <a:prstGeom prst="rect">
            <a:avLst/>
          </a:prstGeom>
          <a:solidFill>
            <a:srgbClr val="5034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6C270E02-BFBE-6176-0441-C4F0C8AC2BEF}"/>
              </a:ext>
            </a:extLst>
          </p:cNvPr>
          <p:cNvSpPr/>
          <p:nvPr/>
        </p:nvSpPr>
        <p:spPr>
          <a:xfrm>
            <a:off x="254000" y="533400"/>
            <a:ext cx="4318000" cy="1968500"/>
          </a:xfrm>
          <a:prstGeom prst="rect">
            <a:avLst/>
          </a:prstGeom>
          <a:solidFill>
            <a:srgbClr val="40271A"/>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93B98A42-BC03-701E-C6CF-E53F523A66AC}"/>
              </a:ext>
            </a:extLst>
          </p:cNvPr>
          <p:cNvSpPr txBox="1"/>
          <p:nvPr/>
        </p:nvSpPr>
        <p:spPr>
          <a:xfrm>
            <a:off x="381000" y="635000"/>
            <a:ext cx="4064000" cy="369332"/>
          </a:xfrm>
          <a:prstGeom prst="rect">
            <a:avLst/>
          </a:prstGeom>
          <a:noFill/>
        </p:spPr>
        <p:txBody>
          <a:bodyPr vert="horz" wrap="square" rtlCol="0">
            <a:noAutofit/>
          </a:bodyPr>
          <a:lstStyle/>
          <a:p>
            <a:r>
              <a:rPr lang="en-IN" sz="1000" b="1">
                <a:solidFill>
                  <a:srgbClr val="23A6F5"/>
                </a:solidFill>
                <a:latin typeface="Segoe UI" panose="020B0502040204020203" pitchFamily="34" charset="0"/>
              </a:rPr>
              <a:t>Accelerate Development</a:t>
            </a:r>
          </a:p>
        </p:txBody>
      </p:sp>
      <p:sp>
        <p:nvSpPr>
          <p:cNvPr id="8" name="TextBox 7">
            <a:extLst>
              <a:ext uri="{FF2B5EF4-FFF2-40B4-BE49-F238E27FC236}">
                <a16:creationId xmlns:a16="http://schemas.microsoft.com/office/drawing/2014/main" id="{B66EF9EA-65E0-4FDD-9A5C-802A7E4238D2}"/>
              </a:ext>
            </a:extLst>
          </p:cNvPr>
          <p:cNvSpPr txBox="1"/>
          <p:nvPr/>
        </p:nvSpPr>
        <p:spPr>
          <a:xfrm>
            <a:off x="381000" y="889000"/>
            <a:ext cx="4064000" cy="369332"/>
          </a:xfrm>
          <a:prstGeom prst="rect">
            <a:avLst/>
          </a:prstGeom>
          <a:noFill/>
        </p:spPr>
        <p:txBody>
          <a:bodyPr vert="horz" wrap="square" rtlCol="0">
            <a:noAutofit/>
          </a:bodyPr>
          <a:lstStyle/>
          <a:p>
            <a:r>
              <a:rPr lang="en-US" sz="900">
                <a:solidFill>
                  <a:srgbClr val="B0927A"/>
                </a:solidFill>
                <a:latin typeface="Segoe UI" panose="020B0502040204020203" pitchFamily="34" charset="0"/>
              </a:rPr>
              <a:t>Generate Page Object classes from a URL in seconds
Auto-complete @FindBy locators using site context
Scaffold new brand test classes from existing patterns
Reduce boilerplate from hours to minutes</a:t>
            </a:r>
            <a:endParaRPr lang="en-IN" sz="900">
              <a:solidFill>
                <a:srgbClr val="B0927A"/>
              </a:solidFill>
              <a:latin typeface="Segoe UI" panose="020B0502040204020203" pitchFamily="34" charset="0"/>
            </a:endParaRPr>
          </a:p>
        </p:txBody>
      </p:sp>
      <p:sp>
        <p:nvSpPr>
          <p:cNvPr id="9" name="Rectangle 8">
            <a:extLst>
              <a:ext uri="{FF2B5EF4-FFF2-40B4-BE49-F238E27FC236}">
                <a16:creationId xmlns:a16="http://schemas.microsoft.com/office/drawing/2014/main" id="{B07575EA-37CD-A308-B891-1F7AF2EB3990}"/>
              </a:ext>
            </a:extLst>
          </p:cNvPr>
          <p:cNvSpPr/>
          <p:nvPr/>
        </p:nvSpPr>
        <p:spPr>
          <a:xfrm>
            <a:off x="4699000" y="533400"/>
            <a:ext cx="4318000" cy="1968500"/>
          </a:xfrm>
          <a:prstGeom prst="rect">
            <a:avLst/>
          </a:prstGeom>
          <a:solidFill>
            <a:srgbClr val="40271A"/>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3497CEE4-D0C5-3C3E-16E1-9A22414A4A17}"/>
              </a:ext>
            </a:extLst>
          </p:cNvPr>
          <p:cNvSpPr txBox="1"/>
          <p:nvPr/>
        </p:nvSpPr>
        <p:spPr>
          <a:xfrm>
            <a:off x="4826000" y="635000"/>
            <a:ext cx="4064000" cy="369332"/>
          </a:xfrm>
          <a:prstGeom prst="rect">
            <a:avLst/>
          </a:prstGeom>
          <a:noFill/>
        </p:spPr>
        <p:txBody>
          <a:bodyPr vert="horz" wrap="square" rtlCol="0">
            <a:noAutofit/>
          </a:bodyPr>
          <a:lstStyle/>
          <a:p>
            <a:r>
              <a:rPr lang="en-IN" sz="1000" b="1">
                <a:solidFill>
                  <a:srgbClr val="23A6F5"/>
                </a:solidFill>
                <a:latin typeface="Segoe UI" panose="020B0502040204020203" pitchFamily="34" charset="0"/>
              </a:rPr>
              <a:t>Understand the Codebase</a:t>
            </a:r>
          </a:p>
        </p:txBody>
      </p:sp>
      <p:sp>
        <p:nvSpPr>
          <p:cNvPr id="11" name="TextBox 10">
            <a:extLst>
              <a:ext uri="{FF2B5EF4-FFF2-40B4-BE49-F238E27FC236}">
                <a16:creationId xmlns:a16="http://schemas.microsoft.com/office/drawing/2014/main" id="{28FD898B-4745-B14A-282A-CAA8C1DD3718}"/>
              </a:ext>
            </a:extLst>
          </p:cNvPr>
          <p:cNvSpPr txBox="1"/>
          <p:nvPr/>
        </p:nvSpPr>
        <p:spPr>
          <a:xfrm>
            <a:off x="4826000" y="889000"/>
            <a:ext cx="4064000" cy="369332"/>
          </a:xfrm>
          <a:prstGeom prst="rect">
            <a:avLst/>
          </a:prstGeom>
          <a:noFill/>
        </p:spPr>
        <p:txBody>
          <a:bodyPr vert="horz" wrap="square" rtlCol="0">
            <a:noAutofit/>
          </a:bodyPr>
          <a:lstStyle/>
          <a:p>
            <a:r>
              <a:rPr lang="en-US" sz="900">
                <a:solidFill>
                  <a:srgbClr val="B0927A"/>
                </a:solidFill>
                <a:latin typeface="Segoe UI" panose="020B0502040204020203" pitchFamily="34" charset="0"/>
              </a:rPr>
              <a:t>Ask questions about any class without reading it
Navigate complex inheritance chains instantly
Explain why a test is failing with context
Onboard new team members in minutes, not days</a:t>
            </a:r>
            <a:endParaRPr lang="en-IN" sz="900">
              <a:solidFill>
                <a:srgbClr val="B0927A"/>
              </a:solidFill>
              <a:latin typeface="Segoe UI" panose="020B0502040204020203" pitchFamily="34" charset="0"/>
            </a:endParaRPr>
          </a:p>
        </p:txBody>
      </p:sp>
      <p:sp>
        <p:nvSpPr>
          <p:cNvPr id="12" name="Rectangle 11">
            <a:extLst>
              <a:ext uri="{FF2B5EF4-FFF2-40B4-BE49-F238E27FC236}">
                <a16:creationId xmlns:a16="http://schemas.microsoft.com/office/drawing/2014/main" id="{34D6A99F-6C63-CA3E-C507-DFA4C60E270D}"/>
              </a:ext>
            </a:extLst>
          </p:cNvPr>
          <p:cNvSpPr/>
          <p:nvPr/>
        </p:nvSpPr>
        <p:spPr>
          <a:xfrm>
            <a:off x="254000" y="2667000"/>
            <a:ext cx="4318000" cy="1968500"/>
          </a:xfrm>
          <a:prstGeom prst="rect">
            <a:avLst/>
          </a:prstGeom>
          <a:solidFill>
            <a:srgbClr val="40271A"/>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903BBFAE-A615-7F3D-38DD-5A7BE24C6A7A}"/>
              </a:ext>
            </a:extLst>
          </p:cNvPr>
          <p:cNvSpPr txBox="1"/>
          <p:nvPr/>
        </p:nvSpPr>
        <p:spPr>
          <a:xfrm>
            <a:off x="381000" y="2768600"/>
            <a:ext cx="4064000" cy="369332"/>
          </a:xfrm>
          <a:prstGeom prst="rect">
            <a:avLst/>
          </a:prstGeom>
          <a:noFill/>
        </p:spPr>
        <p:txBody>
          <a:bodyPr vert="horz" wrap="square" rtlCol="0">
            <a:noAutofit/>
          </a:bodyPr>
          <a:lstStyle/>
          <a:p>
            <a:r>
              <a:rPr lang="en-US" sz="1000" b="1">
                <a:solidFill>
                  <a:srgbClr val="23A6F5"/>
                </a:solidFill>
                <a:latin typeface="Segoe UI" panose="020B0502040204020203" pitchFamily="34" charset="0"/>
              </a:rPr>
              <a:t>Keeps Code Inside Your Org</a:t>
            </a:r>
            <a:endParaRPr lang="en-IN" sz="1000" b="1">
              <a:solidFill>
                <a:srgbClr val="23A6F5"/>
              </a:solidFill>
              <a:latin typeface="Segoe UI" panose="020B0502040204020203" pitchFamily="34" charset="0"/>
            </a:endParaRPr>
          </a:p>
        </p:txBody>
      </p:sp>
      <p:sp>
        <p:nvSpPr>
          <p:cNvPr id="14" name="TextBox 13">
            <a:extLst>
              <a:ext uri="{FF2B5EF4-FFF2-40B4-BE49-F238E27FC236}">
                <a16:creationId xmlns:a16="http://schemas.microsoft.com/office/drawing/2014/main" id="{A336EC67-907D-4BDE-76B8-944111175DC6}"/>
              </a:ext>
            </a:extLst>
          </p:cNvPr>
          <p:cNvSpPr txBox="1"/>
          <p:nvPr/>
        </p:nvSpPr>
        <p:spPr>
          <a:xfrm>
            <a:off x="381000" y="3022600"/>
            <a:ext cx="4064000" cy="369332"/>
          </a:xfrm>
          <a:prstGeom prst="rect">
            <a:avLst/>
          </a:prstGeom>
          <a:noFill/>
        </p:spPr>
        <p:txBody>
          <a:bodyPr vert="horz" wrap="square" rtlCol="0">
            <a:noAutofit/>
          </a:bodyPr>
          <a:lstStyle/>
          <a:p>
            <a:r>
              <a:rPr lang="en-US" sz="900">
                <a:solidFill>
                  <a:srgbClr val="B0927A"/>
                </a:solidFill>
                <a:latin typeface="Segoe UI" panose="020B0502040204020203" pitchFamily="34" charset="0"/>
              </a:rPr>
              <a:t>Runs inside VS Code - code stays on your machine
Respects corporate network and security policies
GitHub Enterprise support for air-gapped environments
No external calls with proprietary test code</a:t>
            </a:r>
            <a:endParaRPr lang="en-IN" sz="900">
              <a:solidFill>
                <a:srgbClr val="B0927A"/>
              </a:solidFill>
              <a:latin typeface="Segoe UI" panose="020B0502040204020203" pitchFamily="34" charset="0"/>
            </a:endParaRPr>
          </a:p>
        </p:txBody>
      </p:sp>
      <p:sp>
        <p:nvSpPr>
          <p:cNvPr id="15" name="Rectangle 14">
            <a:extLst>
              <a:ext uri="{FF2B5EF4-FFF2-40B4-BE49-F238E27FC236}">
                <a16:creationId xmlns:a16="http://schemas.microsoft.com/office/drawing/2014/main" id="{38D953BA-4402-48E5-77C1-61E0C0C97BDE}"/>
              </a:ext>
            </a:extLst>
          </p:cNvPr>
          <p:cNvSpPr/>
          <p:nvPr/>
        </p:nvSpPr>
        <p:spPr>
          <a:xfrm>
            <a:off x="4699000" y="2667000"/>
            <a:ext cx="4318000" cy="1968500"/>
          </a:xfrm>
          <a:prstGeom prst="rect">
            <a:avLst/>
          </a:prstGeom>
          <a:solidFill>
            <a:srgbClr val="40271A"/>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C5D05B01-4AC1-DBC0-6A34-13FFAF690F2B}"/>
              </a:ext>
            </a:extLst>
          </p:cNvPr>
          <p:cNvSpPr txBox="1"/>
          <p:nvPr/>
        </p:nvSpPr>
        <p:spPr>
          <a:xfrm>
            <a:off x="4826000" y="2768600"/>
            <a:ext cx="4064000" cy="369332"/>
          </a:xfrm>
          <a:prstGeom prst="rect">
            <a:avLst/>
          </a:prstGeom>
          <a:noFill/>
        </p:spPr>
        <p:txBody>
          <a:bodyPr vert="horz" wrap="square" rtlCol="0">
            <a:noAutofit/>
          </a:bodyPr>
          <a:lstStyle/>
          <a:p>
            <a:r>
              <a:rPr lang="en-IN" sz="1000" b="1">
                <a:solidFill>
                  <a:srgbClr val="23A6F5"/>
                </a:solidFill>
                <a:latin typeface="Segoe UI" panose="020B0502040204020203" pitchFamily="34" charset="0"/>
              </a:rPr>
              <a:t>Enforces Team Standards</a:t>
            </a:r>
          </a:p>
        </p:txBody>
      </p:sp>
      <p:sp>
        <p:nvSpPr>
          <p:cNvPr id="17" name="TextBox 16">
            <a:extLst>
              <a:ext uri="{FF2B5EF4-FFF2-40B4-BE49-F238E27FC236}">
                <a16:creationId xmlns:a16="http://schemas.microsoft.com/office/drawing/2014/main" id="{F44B0682-382C-FF06-CE3D-6E15A04F64B0}"/>
              </a:ext>
            </a:extLst>
          </p:cNvPr>
          <p:cNvSpPr txBox="1"/>
          <p:nvPr/>
        </p:nvSpPr>
        <p:spPr>
          <a:xfrm>
            <a:off x="4826000" y="3022600"/>
            <a:ext cx="4064000" cy="369332"/>
          </a:xfrm>
          <a:prstGeom prst="rect">
            <a:avLst/>
          </a:prstGeom>
          <a:noFill/>
        </p:spPr>
        <p:txBody>
          <a:bodyPr vert="horz" wrap="square" rtlCol="0">
            <a:noAutofit/>
          </a:bodyPr>
          <a:lstStyle/>
          <a:p>
            <a:r>
              <a:rPr lang="en-US" sz="900">
                <a:solidFill>
                  <a:srgbClr val="B0927A"/>
                </a:solidFill>
                <a:latin typeface="Segoe UI" panose="020B0502040204020203" pitchFamily="34" charset="0"/>
              </a:rPr>
              <a:t>Custom agents encode your specific project rules
Consistent patterns across all developers and brands
Prevents re-discovery of already-solved problems
Hard-won fixes become permanent team knowledge</a:t>
            </a:r>
            <a:endParaRPr lang="en-IN" sz="900">
              <a:solidFill>
                <a:srgbClr val="B0927A"/>
              </a:solidFill>
              <a:latin typeface="Segoe UI" panose="020B0502040204020203" pitchFamily="34" charset="0"/>
            </a:endParaRPr>
          </a:p>
        </p:txBody>
      </p:sp>
    </p:spTree>
    <p:extLst>
      <p:ext uri="{BB962C8B-B14F-4D97-AF65-F5344CB8AC3E}">
        <p14:creationId xmlns:p14="http://schemas.microsoft.com/office/powerpoint/2010/main" val="785948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0B06599-BCBE-D601-747C-84ABC8FE5634}"/>
              </a:ext>
            </a:extLst>
          </p:cNvPr>
          <p:cNvSpPr/>
          <p:nvPr/>
        </p:nvSpPr>
        <p:spPr>
          <a:xfrm>
            <a:off x="0" y="0"/>
            <a:ext cx="9144000" cy="38100"/>
          </a:xfrm>
          <a:prstGeom prst="rect">
            <a:avLst/>
          </a:prstGeom>
          <a:solidFill>
            <a:srgbClr val="23A6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C6B5EAD1-2A2F-FDFF-B89A-06C32C9EDEB0}"/>
              </a:ext>
            </a:extLst>
          </p:cNvPr>
          <p:cNvSpPr txBox="1"/>
          <p:nvPr/>
        </p:nvSpPr>
        <p:spPr>
          <a:xfrm>
            <a:off x="0" y="4991100"/>
            <a:ext cx="9144000" cy="369332"/>
          </a:xfrm>
          <a:prstGeom prst="rect">
            <a:avLst/>
          </a:prstGeom>
          <a:noFill/>
        </p:spPr>
        <p:txBody>
          <a:bodyPr vert="horz" wrap="square" rtlCol="0">
            <a:noAutofit/>
          </a:bodyPr>
          <a:lstStyle/>
          <a:p>
            <a:pPr algn="ctr"/>
            <a:r>
              <a:rPr lang="en-IN" sz="700">
                <a:solidFill>
                  <a:srgbClr val="503424"/>
                </a:solidFill>
                <a:latin typeface="Segoe UI" panose="020B0502040204020203" pitchFamily="34" charset="0"/>
              </a:rPr>
              <a:t>GitHub Copilot x Inspire Brands QE</a:t>
            </a:r>
          </a:p>
        </p:txBody>
      </p:sp>
      <p:sp>
        <p:nvSpPr>
          <p:cNvPr id="4" name="TextBox 3">
            <a:extLst>
              <a:ext uri="{FF2B5EF4-FFF2-40B4-BE49-F238E27FC236}">
                <a16:creationId xmlns:a16="http://schemas.microsoft.com/office/drawing/2014/main" id="{B3926FC0-0C9B-DF33-4B65-2A5A3EE69E4A}"/>
              </a:ext>
            </a:extLst>
          </p:cNvPr>
          <p:cNvSpPr txBox="1"/>
          <p:nvPr/>
        </p:nvSpPr>
        <p:spPr>
          <a:xfrm>
            <a:off x="254000" y="152400"/>
            <a:ext cx="7112000" cy="369332"/>
          </a:xfrm>
          <a:prstGeom prst="rect">
            <a:avLst/>
          </a:prstGeom>
          <a:noFill/>
        </p:spPr>
        <p:txBody>
          <a:bodyPr vert="horz" wrap="square" rtlCol="0">
            <a:noAutofit/>
          </a:bodyPr>
          <a:lstStyle/>
          <a:p>
            <a:r>
              <a:rPr lang="en-IN" sz="1300" b="1">
                <a:solidFill>
                  <a:srgbClr val="F5EDE8"/>
                </a:solidFill>
                <a:latin typeface="Segoe UI" panose="020B0502040204020203" pitchFamily="34" charset="0"/>
              </a:rPr>
              <a:t>GitHub Copilot vs Cursor IDE</a:t>
            </a:r>
          </a:p>
        </p:txBody>
      </p:sp>
      <p:sp>
        <p:nvSpPr>
          <p:cNvPr id="5" name="TextBox 4">
            <a:extLst>
              <a:ext uri="{FF2B5EF4-FFF2-40B4-BE49-F238E27FC236}">
                <a16:creationId xmlns:a16="http://schemas.microsoft.com/office/drawing/2014/main" id="{422FE2F7-3A57-E27B-02D0-2C96667FA0BD}"/>
              </a:ext>
            </a:extLst>
          </p:cNvPr>
          <p:cNvSpPr txBox="1"/>
          <p:nvPr/>
        </p:nvSpPr>
        <p:spPr>
          <a:xfrm>
            <a:off x="7366000" y="203200"/>
            <a:ext cx="1524000" cy="369332"/>
          </a:xfrm>
          <a:prstGeom prst="rect">
            <a:avLst/>
          </a:prstGeom>
          <a:noFill/>
        </p:spPr>
        <p:txBody>
          <a:bodyPr vert="horz" wrap="square" rtlCol="0">
            <a:noAutofit/>
          </a:bodyPr>
          <a:lstStyle/>
          <a:p>
            <a:pPr algn="r"/>
            <a:r>
              <a:rPr lang="en-IN" sz="800">
                <a:solidFill>
                  <a:srgbClr val="B0927A"/>
                </a:solidFill>
                <a:latin typeface="Segoe UI" panose="020B0502040204020203" pitchFamily="34" charset="0"/>
              </a:rPr>
              <a:t>For Enterprise QE Teams</a:t>
            </a:r>
          </a:p>
        </p:txBody>
      </p:sp>
      <p:sp>
        <p:nvSpPr>
          <p:cNvPr id="6" name="Rectangle 5">
            <a:extLst>
              <a:ext uri="{FF2B5EF4-FFF2-40B4-BE49-F238E27FC236}">
                <a16:creationId xmlns:a16="http://schemas.microsoft.com/office/drawing/2014/main" id="{09533FD1-D883-EB36-4CB3-628B17EEFD36}"/>
              </a:ext>
            </a:extLst>
          </p:cNvPr>
          <p:cNvSpPr/>
          <p:nvPr/>
        </p:nvSpPr>
        <p:spPr>
          <a:xfrm>
            <a:off x="254000" y="431800"/>
            <a:ext cx="8636000" cy="12700"/>
          </a:xfrm>
          <a:prstGeom prst="rect">
            <a:avLst/>
          </a:prstGeom>
          <a:solidFill>
            <a:srgbClr val="5034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42B4CB3C-9289-ABE4-7209-5D92BC888A3D}"/>
              </a:ext>
            </a:extLst>
          </p:cNvPr>
          <p:cNvSpPr/>
          <p:nvPr/>
        </p:nvSpPr>
        <p:spPr>
          <a:xfrm>
            <a:off x="254000" y="508000"/>
            <a:ext cx="2540000" cy="254000"/>
          </a:xfrm>
          <a:prstGeom prst="rect">
            <a:avLst/>
          </a:prstGeom>
          <a:solidFill>
            <a:srgbClr val="4027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5A7732FF-F8AD-E1AF-3ABC-7E0AB9BFE3B9}"/>
              </a:ext>
            </a:extLst>
          </p:cNvPr>
          <p:cNvSpPr txBox="1"/>
          <p:nvPr/>
        </p:nvSpPr>
        <p:spPr>
          <a:xfrm>
            <a:off x="279400" y="546100"/>
            <a:ext cx="2489200" cy="369332"/>
          </a:xfrm>
          <a:prstGeom prst="rect">
            <a:avLst/>
          </a:prstGeom>
          <a:noFill/>
        </p:spPr>
        <p:txBody>
          <a:bodyPr vert="horz" wrap="square" rtlCol="0">
            <a:noAutofit/>
          </a:bodyPr>
          <a:lstStyle/>
          <a:p>
            <a:r>
              <a:rPr lang="en-IN" sz="900" b="1">
                <a:solidFill>
                  <a:srgbClr val="23A6F5"/>
                </a:solidFill>
                <a:latin typeface="Segoe UI" panose="020B0502040204020203" pitchFamily="34" charset="0"/>
              </a:rPr>
              <a:t>Dimension</a:t>
            </a:r>
          </a:p>
        </p:txBody>
      </p:sp>
      <p:sp>
        <p:nvSpPr>
          <p:cNvPr id="9" name="Rectangle 8">
            <a:extLst>
              <a:ext uri="{FF2B5EF4-FFF2-40B4-BE49-F238E27FC236}">
                <a16:creationId xmlns:a16="http://schemas.microsoft.com/office/drawing/2014/main" id="{8DF5D6CF-DD20-21C0-E8A4-220733EB64D1}"/>
              </a:ext>
            </a:extLst>
          </p:cNvPr>
          <p:cNvSpPr/>
          <p:nvPr/>
        </p:nvSpPr>
        <p:spPr>
          <a:xfrm>
            <a:off x="2819400" y="508000"/>
            <a:ext cx="3048000" cy="254000"/>
          </a:xfrm>
          <a:prstGeom prst="rect">
            <a:avLst/>
          </a:prstGeom>
          <a:solidFill>
            <a:srgbClr val="4027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ED832B25-872F-DDE9-24AC-5EF3D636120C}"/>
              </a:ext>
            </a:extLst>
          </p:cNvPr>
          <p:cNvSpPr txBox="1"/>
          <p:nvPr/>
        </p:nvSpPr>
        <p:spPr>
          <a:xfrm>
            <a:off x="2844800" y="546100"/>
            <a:ext cx="2997200" cy="369332"/>
          </a:xfrm>
          <a:prstGeom prst="rect">
            <a:avLst/>
          </a:prstGeom>
          <a:noFill/>
        </p:spPr>
        <p:txBody>
          <a:bodyPr vert="horz" wrap="square" rtlCol="0">
            <a:noAutofit/>
          </a:bodyPr>
          <a:lstStyle/>
          <a:p>
            <a:r>
              <a:rPr lang="en-IN" sz="900" b="1">
                <a:solidFill>
                  <a:srgbClr val="23A6F5"/>
                </a:solidFill>
                <a:latin typeface="Segoe UI" panose="020B0502040204020203" pitchFamily="34" charset="0"/>
              </a:rPr>
              <a:t>GitHub Copilot</a:t>
            </a:r>
          </a:p>
        </p:txBody>
      </p:sp>
      <p:sp>
        <p:nvSpPr>
          <p:cNvPr id="11" name="Rectangle 10">
            <a:extLst>
              <a:ext uri="{FF2B5EF4-FFF2-40B4-BE49-F238E27FC236}">
                <a16:creationId xmlns:a16="http://schemas.microsoft.com/office/drawing/2014/main" id="{AA3ABA54-FFAA-02B6-EA33-11390548CF91}"/>
              </a:ext>
            </a:extLst>
          </p:cNvPr>
          <p:cNvSpPr/>
          <p:nvPr/>
        </p:nvSpPr>
        <p:spPr>
          <a:xfrm>
            <a:off x="5892800" y="508000"/>
            <a:ext cx="2997200" cy="254000"/>
          </a:xfrm>
          <a:prstGeom prst="rect">
            <a:avLst/>
          </a:prstGeom>
          <a:solidFill>
            <a:srgbClr val="4027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DDCF3BED-219C-89A9-2B3E-7126ADBE945C}"/>
              </a:ext>
            </a:extLst>
          </p:cNvPr>
          <p:cNvSpPr txBox="1"/>
          <p:nvPr/>
        </p:nvSpPr>
        <p:spPr>
          <a:xfrm>
            <a:off x="5918200" y="546100"/>
            <a:ext cx="2946400" cy="369332"/>
          </a:xfrm>
          <a:prstGeom prst="rect">
            <a:avLst/>
          </a:prstGeom>
          <a:noFill/>
        </p:spPr>
        <p:txBody>
          <a:bodyPr vert="horz" wrap="square" rtlCol="0">
            <a:noAutofit/>
          </a:bodyPr>
          <a:lstStyle/>
          <a:p>
            <a:r>
              <a:rPr lang="en-IN" sz="900" b="1">
                <a:solidFill>
                  <a:srgbClr val="23A6F5"/>
                </a:solidFill>
                <a:latin typeface="Segoe UI" panose="020B0502040204020203" pitchFamily="34" charset="0"/>
              </a:rPr>
              <a:t>Cursor IDE</a:t>
            </a:r>
          </a:p>
        </p:txBody>
      </p:sp>
      <p:sp>
        <p:nvSpPr>
          <p:cNvPr id="13" name="Rectangle 12">
            <a:extLst>
              <a:ext uri="{FF2B5EF4-FFF2-40B4-BE49-F238E27FC236}">
                <a16:creationId xmlns:a16="http://schemas.microsoft.com/office/drawing/2014/main" id="{2C84DAF8-A271-29E7-D913-61A0F3CA07F7}"/>
              </a:ext>
            </a:extLst>
          </p:cNvPr>
          <p:cNvSpPr/>
          <p:nvPr/>
        </p:nvSpPr>
        <p:spPr>
          <a:xfrm>
            <a:off x="254000" y="787400"/>
            <a:ext cx="2540000" cy="431800"/>
          </a:xfrm>
          <a:prstGeom prst="rect">
            <a:avLst/>
          </a:prstGeom>
          <a:solidFill>
            <a:srgbClr val="2D1C12"/>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7E404B9A-E495-4874-448A-0D712A397262}"/>
              </a:ext>
            </a:extLst>
          </p:cNvPr>
          <p:cNvSpPr/>
          <p:nvPr/>
        </p:nvSpPr>
        <p:spPr>
          <a:xfrm>
            <a:off x="2819400" y="787400"/>
            <a:ext cx="3048000" cy="431800"/>
          </a:xfrm>
          <a:prstGeom prst="rect">
            <a:avLst/>
          </a:prstGeom>
          <a:solidFill>
            <a:srgbClr val="16200E"/>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F91E16B7-4332-3732-B9C3-7BBC02964FF3}"/>
              </a:ext>
            </a:extLst>
          </p:cNvPr>
          <p:cNvSpPr/>
          <p:nvPr/>
        </p:nvSpPr>
        <p:spPr>
          <a:xfrm>
            <a:off x="5892800" y="787400"/>
            <a:ext cx="2997200" cy="431800"/>
          </a:xfrm>
          <a:prstGeom prst="rect">
            <a:avLst/>
          </a:prstGeom>
          <a:solidFill>
            <a:srgbClr val="1E161C"/>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449C36CB-D881-DBB2-AA88-FE54070A47B4}"/>
              </a:ext>
            </a:extLst>
          </p:cNvPr>
          <p:cNvSpPr txBox="1"/>
          <p:nvPr/>
        </p:nvSpPr>
        <p:spPr>
          <a:xfrm>
            <a:off x="279400" y="850900"/>
            <a:ext cx="2489200" cy="369332"/>
          </a:xfrm>
          <a:prstGeom prst="rect">
            <a:avLst/>
          </a:prstGeom>
          <a:noFill/>
        </p:spPr>
        <p:txBody>
          <a:bodyPr vert="horz" wrap="square" rtlCol="0">
            <a:noAutofit/>
          </a:bodyPr>
          <a:lstStyle/>
          <a:p>
            <a:r>
              <a:rPr lang="en-IN" sz="800" b="1">
                <a:solidFill>
                  <a:srgbClr val="F5EDE8"/>
                </a:solidFill>
                <a:latin typeface="Segoe UI" panose="020B0502040204020203" pitchFamily="34" charset="0"/>
              </a:rPr>
              <a:t>IDE Integration</a:t>
            </a:r>
          </a:p>
        </p:txBody>
      </p:sp>
      <p:sp>
        <p:nvSpPr>
          <p:cNvPr id="17" name="TextBox 16">
            <a:extLst>
              <a:ext uri="{FF2B5EF4-FFF2-40B4-BE49-F238E27FC236}">
                <a16:creationId xmlns:a16="http://schemas.microsoft.com/office/drawing/2014/main" id="{66F2287A-AAF2-8304-4E07-23C5DD1333C0}"/>
              </a:ext>
            </a:extLst>
          </p:cNvPr>
          <p:cNvSpPr txBox="1"/>
          <p:nvPr/>
        </p:nvSpPr>
        <p:spPr>
          <a:xfrm>
            <a:off x="2844800" y="850900"/>
            <a:ext cx="2997200" cy="369332"/>
          </a:xfrm>
          <a:prstGeom prst="rect">
            <a:avLst/>
          </a:prstGeom>
          <a:noFill/>
        </p:spPr>
        <p:txBody>
          <a:bodyPr vert="horz" wrap="square" rtlCol="0">
            <a:noAutofit/>
          </a:bodyPr>
          <a:lstStyle/>
          <a:p>
            <a:r>
              <a:rPr lang="pt-BR" sz="800">
                <a:solidFill>
                  <a:srgbClr val="8ECF3E"/>
                </a:solidFill>
                <a:latin typeface="Segoe UI" panose="020B0502040204020203" pitchFamily="34" charset="0"/>
              </a:rPr>
              <a:t>Runs inside VS Code - no context switch</a:t>
            </a:r>
            <a:endParaRPr lang="en-IN" sz="800">
              <a:solidFill>
                <a:srgbClr val="8ECF3E"/>
              </a:solidFill>
              <a:latin typeface="Segoe UI" panose="020B0502040204020203" pitchFamily="34" charset="0"/>
            </a:endParaRPr>
          </a:p>
        </p:txBody>
      </p:sp>
      <p:sp>
        <p:nvSpPr>
          <p:cNvPr id="18" name="TextBox 17">
            <a:extLst>
              <a:ext uri="{FF2B5EF4-FFF2-40B4-BE49-F238E27FC236}">
                <a16:creationId xmlns:a16="http://schemas.microsoft.com/office/drawing/2014/main" id="{7A186458-582B-1914-0F04-EDF390A75B80}"/>
              </a:ext>
            </a:extLst>
          </p:cNvPr>
          <p:cNvSpPr txBox="1"/>
          <p:nvPr/>
        </p:nvSpPr>
        <p:spPr>
          <a:xfrm>
            <a:off x="5918200" y="850900"/>
            <a:ext cx="2946400" cy="369332"/>
          </a:xfrm>
          <a:prstGeom prst="rect">
            <a:avLst/>
          </a:prstGeom>
          <a:noFill/>
        </p:spPr>
        <p:txBody>
          <a:bodyPr vert="horz" wrap="square" rtlCol="0">
            <a:noAutofit/>
          </a:bodyPr>
          <a:lstStyle/>
          <a:p>
            <a:r>
              <a:rPr lang="en-US" sz="800">
                <a:solidFill>
                  <a:srgbClr val="B0927A"/>
                </a:solidFill>
                <a:latin typeface="Segoe UI" panose="020B0502040204020203" pitchFamily="34" charset="0"/>
              </a:rPr>
              <a:t>Separate fork of VS Code</a:t>
            </a:r>
            <a:endParaRPr lang="en-IN" sz="800">
              <a:solidFill>
                <a:srgbClr val="B0927A"/>
              </a:solidFill>
              <a:latin typeface="Segoe UI" panose="020B0502040204020203" pitchFamily="34" charset="0"/>
            </a:endParaRPr>
          </a:p>
        </p:txBody>
      </p:sp>
      <p:sp>
        <p:nvSpPr>
          <p:cNvPr id="19" name="Rectangle 18">
            <a:extLst>
              <a:ext uri="{FF2B5EF4-FFF2-40B4-BE49-F238E27FC236}">
                <a16:creationId xmlns:a16="http://schemas.microsoft.com/office/drawing/2014/main" id="{58E8377C-9710-2BDE-145A-AB6B05E13F47}"/>
              </a:ext>
            </a:extLst>
          </p:cNvPr>
          <p:cNvSpPr/>
          <p:nvPr/>
        </p:nvSpPr>
        <p:spPr>
          <a:xfrm>
            <a:off x="254000" y="1244600"/>
            <a:ext cx="2540000" cy="431800"/>
          </a:xfrm>
          <a:prstGeom prst="rect">
            <a:avLst/>
          </a:prstGeom>
          <a:solidFill>
            <a:srgbClr val="2D1C12"/>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a:extLst>
              <a:ext uri="{FF2B5EF4-FFF2-40B4-BE49-F238E27FC236}">
                <a16:creationId xmlns:a16="http://schemas.microsoft.com/office/drawing/2014/main" id="{63B97069-846E-A764-2058-7EBA28835E8B}"/>
              </a:ext>
            </a:extLst>
          </p:cNvPr>
          <p:cNvSpPr/>
          <p:nvPr/>
        </p:nvSpPr>
        <p:spPr>
          <a:xfrm>
            <a:off x="2819400" y="1244600"/>
            <a:ext cx="3048000" cy="431800"/>
          </a:xfrm>
          <a:prstGeom prst="rect">
            <a:avLst/>
          </a:prstGeom>
          <a:solidFill>
            <a:srgbClr val="16200E"/>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a:extLst>
              <a:ext uri="{FF2B5EF4-FFF2-40B4-BE49-F238E27FC236}">
                <a16:creationId xmlns:a16="http://schemas.microsoft.com/office/drawing/2014/main" id="{F437E669-C127-0EF3-808E-A6ECD67977C3}"/>
              </a:ext>
            </a:extLst>
          </p:cNvPr>
          <p:cNvSpPr/>
          <p:nvPr/>
        </p:nvSpPr>
        <p:spPr>
          <a:xfrm>
            <a:off x="5892800" y="1244600"/>
            <a:ext cx="2997200" cy="431800"/>
          </a:xfrm>
          <a:prstGeom prst="rect">
            <a:avLst/>
          </a:prstGeom>
          <a:solidFill>
            <a:srgbClr val="1E161C"/>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07A8CE41-77DA-0164-9165-E50731A50822}"/>
              </a:ext>
            </a:extLst>
          </p:cNvPr>
          <p:cNvSpPr txBox="1"/>
          <p:nvPr/>
        </p:nvSpPr>
        <p:spPr>
          <a:xfrm>
            <a:off x="279400" y="1308100"/>
            <a:ext cx="2489200" cy="369332"/>
          </a:xfrm>
          <a:prstGeom prst="rect">
            <a:avLst/>
          </a:prstGeom>
          <a:noFill/>
        </p:spPr>
        <p:txBody>
          <a:bodyPr vert="horz" wrap="square" rtlCol="0">
            <a:noAutofit/>
          </a:bodyPr>
          <a:lstStyle/>
          <a:p>
            <a:r>
              <a:rPr lang="en-IN" sz="800" b="1">
                <a:solidFill>
                  <a:srgbClr val="F5EDE8"/>
                </a:solidFill>
                <a:latin typeface="Segoe UI" panose="020B0502040204020203" pitchFamily="34" charset="0"/>
              </a:rPr>
              <a:t>Enterprise Security</a:t>
            </a:r>
          </a:p>
        </p:txBody>
      </p:sp>
      <p:sp>
        <p:nvSpPr>
          <p:cNvPr id="23" name="TextBox 22">
            <a:extLst>
              <a:ext uri="{FF2B5EF4-FFF2-40B4-BE49-F238E27FC236}">
                <a16:creationId xmlns:a16="http://schemas.microsoft.com/office/drawing/2014/main" id="{043DB4AF-B500-5751-74CB-6DB2A01F6467}"/>
              </a:ext>
            </a:extLst>
          </p:cNvPr>
          <p:cNvSpPr txBox="1"/>
          <p:nvPr/>
        </p:nvSpPr>
        <p:spPr>
          <a:xfrm>
            <a:off x="2844800" y="1308100"/>
            <a:ext cx="2997200" cy="369332"/>
          </a:xfrm>
          <a:prstGeom prst="rect">
            <a:avLst/>
          </a:prstGeom>
          <a:noFill/>
        </p:spPr>
        <p:txBody>
          <a:bodyPr vert="horz" wrap="square" rtlCol="0">
            <a:noAutofit/>
          </a:bodyPr>
          <a:lstStyle/>
          <a:p>
            <a:r>
              <a:rPr lang="en-IN" sz="800">
                <a:solidFill>
                  <a:srgbClr val="8ECF3E"/>
                </a:solidFill>
                <a:latin typeface="Segoe UI" panose="020B0502040204020203" pitchFamily="34" charset="0"/>
              </a:rPr>
              <a:t>GitHub Enterprise + SSO + audit logs</a:t>
            </a:r>
          </a:p>
        </p:txBody>
      </p:sp>
      <p:sp>
        <p:nvSpPr>
          <p:cNvPr id="24" name="TextBox 23">
            <a:extLst>
              <a:ext uri="{FF2B5EF4-FFF2-40B4-BE49-F238E27FC236}">
                <a16:creationId xmlns:a16="http://schemas.microsoft.com/office/drawing/2014/main" id="{00D85E14-74EB-2FB5-066A-5BBB5FAE9215}"/>
              </a:ext>
            </a:extLst>
          </p:cNvPr>
          <p:cNvSpPr txBox="1"/>
          <p:nvPr/>
        </p:nvSpPr>
        <p:spPr>
          <a:xfrm>
            <a:off x="5918200" y="1308100"/>
            <a:ext cx="2946400" cy="369332"/>
          </a:xfrm>
          <a:prstGeom prst="rect">
            <a:avLst/>
          </a:prstGeom>
          <a:noFill/>
        </p:spPr>
        <p:txBody>
          <a:bodyPr vert="horz" wrap="square" rtlCol="0">
            <a:noAutofit/>
          </a:bodyPr>
          <a:lstStyle/>
          <a:p>
            <a:r>
              <a:rPr lang="en-IN" sz="800">
                <a:solidFill>
                  <a:srgbClr val="B0927A"/>
                </a:solidFill>
                <a:latin typeface="Segoe UI" panose="020B0502040204020203" pitchFamily="34" charset="0"/>
              </a:rPr>
              <a:t>Business plan; limited controls</a:t>
            </a:r>
          </a:p>
        </p:txBody>
      </p:sp>
      <p:sp>
        <p:nvSpPr>
          <p:cNvPr id="25" name="Rectangle 24">
            <a:extLst>
              <a:ext uri="{FF2B5EF4-FFF2-40B4-BE49-F238E27FC236}">
                <a16:creationId xmlns:a16="http://schemas.microsoft.com/office/drawing/2014/main" id="{3D0F145B-2E3F-E16B-0B6B-8AA4904E1A84}"/>
              </a:ext>
            </a:extLst>
          </p:cNvPr>
          <p:cNvSpPr/>
          <p:nvPr/>
        </p:nvSpPr>
        <p:spPr>
          <a:xfrm>
            <a:off x="254000" y="1701800"/>
            <a:ext cx="2540000" cy="431800"/>
          </a:xfrm>
          <a:prstGeom prst="rect">
            <a:avLst/>
          </a:prstGeom>
          <a:solidFill>
            <a:srgbClr val="2D1C12"/>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77F450A7-4ABC-0583-3B91-C14AE02B3AF0}"/>
              </a:ext>
            </a:extLst>
          </p:cNvPr>
          <p:cNvSpPr/>
          <p:nvPr/>
        </p:nvSpPr>
        <p:spPr>
          <a:xfrm>
            <a:off x="2819400" y="1701800"/>
            <a:ext cx="3048000" cy="431800"/>
          </a:xfrm>
          <a:prstGeom prst="rect">
            <a:avLst/>
          </a:prstGeom>
          <a:solidFill>
            <a:srgbClr val="16200E"/>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26">
            <a:extLst>
              <a:ext uri="{FF2B5EF4-FFF2-40B4-BE49-F238E27FC236}">
                <a16:creationId xmlns:a16="http://schemas.microsoft.com/office/drawing/2014/main" id="{8259CF03-39B0-8676-F0E0-F55D112E426A}"/>
              </a:ext>
            </a:extLst>
          </p:cNvPr>
          <p:cNvSpPr/>
          <p:nvPr/>
        </p:nvSpPr>
        <p:spPr>
          <a:xfrm>
            <a:off x="5892800" y="1701800"/>
            <a:ext cx="2997200" cy="431800"/>
          </a:xfrm>
          <a:prstGeom prst="rect">
            <a:avLst/>
          </a:prstGeom>
          <a:solidFill>
            <a:srgbClr val="1E161C"/>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extBox 27">
            <a:extLst>
              <a:ext uri="{FF2B5EF4-FFF2-40B4-BE49-F238E27FC236}">
                <a16:creationId xmlns:a16="http://schemas.microsoft.com/office/drawing/2014/main" id="{63E89B6C-479F-D060-ED1D-8A2182C0D6C2}"/>
              </a:ext>
            </a:extLst>
          </p:cNvPr>
          <p:cNvSpPr txBox="1"/>
          <p:nvPr/>
        </p:nvSpPr>
        <p:spPr>
          <a:xfrm>
            <a:off x="279400" y="1765300"/>
            <a:ext cx="2489200" cy="369332"/>
          </a:xfrm>
          <a:prstGeom prst="rect">
            <a:avLst/>
          </a:prstGeom>
          <a:noFill/>
        </p:spPr>
        <p:txBody>
          <a:bodyPr vert="horz" wrap="square" rtlCol="0">
            <a:noAutofit/>
          </a:bodyPr>
          <a:lstStyle/>
          <a:p>
            <a:r>
              <a:rPr lang="en-IN" sz="800" b="1">
                <a:solidFill>
                  <a:srgbClr val="F5EDE8"/>
                </a:solidFill>
                <a:latin typeface="Segoe UI" panose="020B0502040204020203" pitchFamily="34" charset="0"/>
              </a:rPr>
              <a:t>Custom Agents</a:t>
            </a:r>
          </a:p>
        </p:txBody>
      </p:sp>
      <p:sp>
        <p:nvSpPr>
          <p:cNvPr id="29" name="TextBox 28">
            <a:extLst>
              <a:ext uri="{FF2B5EF4-FFF2-40B4-BE49-F238E27FC236}">
                <a16:creationId xmlns:a16="http://schemas.microsoft.com/office/drawing/2014/main" id="{38F5D310-550D-1A3E-0D80-3DF0474D1D2F}"/>
              </a:ext>
            </a:extLst>
          </p:cNvPr>
          <p:cNvSpPr txBox="1"/>
          <p:nvPr/>
        </p:nvSpPr>
        <p:spPr>
          <a:xfrm>
            <a:off x="2844800" y="1765300"/>
            <a:ext cx="2997200" cy="369332"/>
          </a:xfrm>
          <a:prstGeom prst="rect">
            <a:avLst/>
          </a:prstGeom>
          <a:noFill/>
        </p:spPr>
        <p:txBody>
          <a:bodyPr vert="horz" wrap="square" rtlCol="0">
            <a:noAutofit/>
          </a:bodyPr>
          <a:lstStyle/>
          <a:p>
            <a:r>
              <a:rPr lang="en-US" sz="800">
                <a:solidFill>
                  <a:srgbClr val="8ECF3E"/>
                </a:solidFill>
                <a:latin typeface="Segoe UI" panose="020B0502040204020203" pitchFamily="34" charset="0"/>
              </a:rPr>
              <a:t>.agent.md files committed to the repo</a:t>
            </a:r>
            <a:endParaRPr lang="en-IN" sz="800">
              <a:solidFill>
                <a:srgbClr val="8ECF3E"/>
              </a:solidFill>
              <a:latin typeface="Segoe UI" panose="020B0502040204020203" pitchFamily="34" charset="0"/>
            </a:endParaRPr>
          </a:p>
        </p:txBody>
      </p:sp>
      <p:sp>
        <p:nvSpPr>
          <p:cNvPr id="30" name="TextBox 29">
            <a:extLst>
              <a:ext uri="{FF2B5EF4-FFF2-40B4-BE49-F238E27FC236}">
                <a16:creationId xmlns:a16="http://schemas.microsoft.com/office/drawing/2014/main" id="{F02EAA32-CD8D-32DC-BD63-F8CAA0DFD0D2}"/>
              </a:ext>
            </a:extLst>
          </p:cNvPr>
          <p:cNvSpPr txBox="1"/>
          <p:nvPr/>
        </p:nvSpPr>
        <p:spPr>
          <a:xfrm>
            <a:off x="5918200" y="1765300"/>
            <a:ext cx="2946400" cy="369332"/>
          </a:xfrm>
          <a:prstGeom prst="rect">
            <a:avLst/>
          </a:prstGeom>
          <a:noFill/>
        </p:spPr>
        <p:txBody>
          <a:bodyPr vert="horz" wrap="square" rtlCol="0">
            <a:noAutofit/>
          </a:bodyPr>
          <a:lstStyle/>
          <a:p>
            <a:r>
              <a:rPr lang="en-IN" sz="800">
                <a:solidFill>
                  <a:srgbClr val="B0927A"/>
                </a:solidFill>
                <a:latin typeface="Segoe UI" panose="020B0502040204020203" pitchFamily="34" charset="0"/>
              </a:rPr>
              <a:t>Rules files, no agent concept</a:t>
            </a:r>
          </a:p>
        </p:txBody>
      </p:sp>
      <p:sp>
        <p:nvSpPr>
          <p:cNvPr id="31" name="Rectangle 30">
            <a:extLst>
              <a:ext uri="{FF2B5EF4-FFF2-40B4-BE49-F238E27FC236}">
                <a16:creationId xmlns:a16="http://schemas.microsoft.com/office/drawing/2014/main" id="{EBB77BF9-87B6-DE0F-F4E7-343764D7F99E}"/>
              </a:ext>
            </a:extLst>
          </p:cNvPr>
          <p:cNvSpPr/>
          <p:nvPr/>
        </p:nvSpPr>
        <p:spPr>
          <a:xfrm>
            <a:off x="254000" y="2159000"/>
            <a:ext cx="2540000" cy="431800"/>
          </a:xfrm>
          <a:prstGeom prst="rect">
            <a:avLst/>
          </a:prstGeom>
          <a:solidFill>
            <a:srgbClr val="2D1C12"/>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Rectangle 31">
            <a:extLst>
              <a:ext uri="{FF2B5EF4-FFF2-40B4-BE49-F238E27FC236}">
                <a16:creationId xmlns:a16="http://schemas.microsoft.com/office/drawing/2014/main" id="{85635B21-EBFC-C795-E10F-7D729F7C65EA}"/>
              </a:ext>
            </a:extLst>
          </p:cNvPr>
          <p:cNvSpPr/>
          <p:nvPr/>
        </p:nvSpPr>
        <p:spPr>
          <a:xfrm>
            <a:off x="2819400" y="2159000"/>
            <a:ext cx="3048000" cy="431800"/>
          </a:xfrm>
          <a:prstGeom prst="rect">
            <a:avLst/>
          </a:prstGeom>
          <a:solidFill>
            <a:srgbClr val="16200E"/>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Rectangle 32">
            <a:extLst>
              <a:ext uri="{FF2B5EF4-FFF2-40B4-BE49-F238E27FC236}">
                <a16:creationId xmlns:a16="http://schemas.microsoft.com/office/drawing/2014/main" id="{8E8C010B-8823-17DC-5938-D6D27C44815C}"/>
              </a:ext>
            </a:extLst>
          </p:cNvPr>
          <p:cNvSpPr/>
          <p:nvPr/>
        </p:nvSpPr>
        <p:spPr>
          <a:xfrm>
            <a:off x="5892800" y="2159000"/>
            <a:ext cx="2997200" cy="431800"/>
          </a:xfrm>
          <a:prstGeom prst="rect">
            <a:avLst/>
          </a:prstGeom>
          <a:solidFill>
            <a:srgbClr val="1E161C"/>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TextBox 33">
            <a:extLst>
              <a:ext uri="{FF2B5EF4-FFF2-40B4-BE49-F238E27FC236}">
                <a16:creationId xmlns:a16="http://schemas.microsoft.com/office/drawing/2014/main" id="{D1B910D3-2BFB-000C-BFFA-3FF592946AD9}"/>
              </a:ext>
            </a:extLst>
          </p:cNvPr>
          <p:cNvSpPr txBox="1"/>
          <p:nvPr/>
        </p:nvSpPr>
        <p:spPr>
          <a:xfrm>
            <a:off x="279400" y="2222500"/>
            <a:ext cx="2489200" cy="369332"/>
          </a:xfrm>
          <a:prstGeom prst="rect">
            <a:avLst/>
          </a:prstGeom>
          <a:noFill/>
        </p:spPr>
        <p:txBody>
          <a:bodyPr vert="horz" wrap="square" rtlCol="0">
            <a:noAutofit/>
          </a:bodyPr>
          <a:lstStyle/>
          <a:p>
            <a:r>
              <a:rPr lang="en-IN" sz="800" b="1">
                <a:solidFill>
                  <a:srgbClr val="F5EDE8"/>
                </a:solidFill>
                <a:latin typeface="Segoe UI" panose="020B0502040204020203" pitchFamily="34" charset="0"/>
              </a:rPr>
              <a:t>Team Knowledge Sharing</a:t>
            </a:r>
          </a:p>
        </p:txBody>
      </p:sp>
      <p:sp>
        <p:nvSpPr>
          <p:cNvPr id="35" name="TextBox 34">
            <a:extLst>
              <a:ext uri="{FF2B5EF4-FFF2-40B4-BE49-F238E27FC236}">
                <a16:creationId xmlns:a16="http://schemas.microsoft.com/office/drawing/2014/main" id="{5BCEC48C-63CE-6D69-5FD7-29A081B2ADA2}"/>
              </a:ext>
            </a:extLst>
          </p:cNvPr>
          <p:cNvSpPr txBox="1"/>
          <p:nvPr/>
        </p:nvSpPr>
        <p:spPr>
          <a:xfrm>
            <a:off x="2844800" y="2222500"/>
            <a:ext cx="2997200" cy="369332"/>
          </a:xfrm>
          <a:prstGeom prst="rect">
            <a:avLst/>
          </a:prstGeom>
          <a:noFill/>
        </p:spPr>
        <p:txBody>
          <a:bodyPr vert="horz" wrap="square" rtlCol="0">
            <a:noAutofit/>
          </a:bodyPr>
          <a:lstStyle/>
          <a:p>
            <a:r>
              <a:rPr lang="en-US" sz="800">
                <a:solidFill>
                  <a:srgbClr val="8ECF3E"/>
                </a:solidFill>
                <a:latin typeface="Segoe UI" panose="020B0502040204020203" pitchFamily="34" charset="0"/>
              </a:rPr>
              <a:t>Agent in Git - everyone uses same rules</a:t>
            </a:r>
            <a:endParaRPr lang="en-IN" sz="800">
              <a:solidFill>
                <a:srgbClr val="8ECF3E"/>
              </a:solidFill>
              <a:latin typeface="Segoe UI" panose="020B0502040204020203" pitchFamily="34" charset="0"/>
            </a:endParaRPr>
          </a:p>
        </p:txBody>
      </p:sp>
      <p:sp>
        <p:nvSpPr>
          <p:cNvPr id="36" name="TextBox 35">
            <a:extLst>
              <a:ext uri="{FF2B5EF4-FFF2-40B4-BE49-F238E27FC236}">
                <a16:creationId xmlns:a16="http://schemas.microsoft.com/office/drawing/2014/main" id="{1A95BC08-789F-0E29-9A7F-D366BFD896CD}"/>
              </a:ext>
            </a:extLst>
          </p:cNvPr>
          <p:cNvSpPr txBox="1"/>
          <p:nvPr/>
        </p:nvSpPr>
        <p:spPr>
          <a:xfrm>
            <a:off x="5918200" y="2222500"/>
            <a:ext cx="2946400" cy="369332"/>
          </a:xfrm>
          <a:prstGeom prst="rect">
            <a:avLst/>
          </a:prstGeom>
          <a:noFill/>
        </p:spPr>
        <p:txBody>
          <a:bodyPr vert="horz" wrap="square" rtlCol="0">
            <a:noAutofit/>
          </a:bodyPr>
          <a:lstStyle/>
          <a:p>
            <a:r>
              <a:rPr lang="en-IN" sz="800">
                <a:solidFill>
                  <a:srgbClr val="B0927A"/>
                </a:solidFill>
                <a:latin typeface="Segoe UI" panose="020B0502040204020203" pitchFamily="34" charset="0"/>
              </a:rPr>
              <a:t>Per-developer settings only</a:t>
            </a:r>
          </a:p>
        </p:txBody>
      </p:sp>
      <p:sp>
        <p:nvSpPr>
          <p:cNvPr id="37" name="Rectangle 36">
            <a:extLst>
              <a:ext uri="{FF2B5EF4-FFF2-40B4-BE49-F238E27FC236}">
                <a16:creationId xmlns:a16="http://schemas.microsoft.com/office/drawing/2014/main" id="{BED98C3C-06F5-55E2-8717-B2CCB4E0476D}"/>
              </a:ext>
            </a:extLst>
          </p:cNvPr>
          <p:cNvSpPr/>
          <p:nvPr/>
        </p:nvSpPr>
        <p:spPr>
          <a:xfrm>
            <a:off x="254000" y="2616200"/>
            <a:ext cx="2540000" cy="431800"/>
          </a:xfrm>
          <a:prstGeom prst="rect">
            <a:avLst/>
          </a:prstGeom>
          <a:solidFill>
            <a:srgbClr val="2D1C12"/>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37">
            <a:extLst>
              <a:ext uri="{FF2B5EF4-FFF2-40B4-BE49-F238E27FC236}">
                <a16:creationId xmlns:a16="http://schemas.microsoft.com/office/drawing/2014/main" id="{07AC1DE1-5884-7B88-44D1-BF2488CE87A4}"/>
              </a:ext>
            </a:extLst>
          </p:cNvPr>
          <p:cNvSpPr/>
          <p:nvPr/>
        </p:nvSpPr>
        <p:spPr>
          <a:xfrm>
            <a:off x="2819400" y="2616200"/>
            <a:ext cx="3048000" cy="431800"/>
          </a:xfrm>
          <a:prstGeom prst="rect">
            <a:avLst/>
          </a:prstGeom>
          <a:solidFill>
            <a:srgbClr val="16200E"/>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Rectangle 38">
            <a:extLst>
              <a:ext uri="{FF2B5EF4-FFF2-40B4-BE49-F238E27FC236}">
                <a16:creationId xmlns:a16="http://schemas.microsoft.com/office/drawing/2014/main" id="{C0BA3D88-CF6D-FBF1-0FC8-4F5942ECFAA9}"/>
              </a:ext>
            </a:extLst>
          </p:cNvPr>
          <p:cNvSpPr/>
          <p:nvPr/>
        </p:nvSpPr>
        <p:spPr>
          <a:xfrm>
            <a:off x="5892800" y="2616200"/>
            <a:ext cx="2997200" cy="431800"/>
          </a:xfrm>
          <a:prstGeom prst="rect">
            <a:avLst/>
          </a:prstGeom>
          <a:solidFill>
            <a:srgbClr val="1E161C"/>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0" name="TextBox 39">
            <a:extLst>
              <a:ext uri="{FF2B5EF4-FFF2-40B4-BE49-F238E27FC236}">
                <a16:creationId xmlns:a16="http://schemas.microsoft.com/office/drawing/2014/main" id="{39B57B78-64B4-33BD-FA9B-BCA1253E7EC2}"/>
              </a:ext>
            </a:extLst>
          </p:cNvPr>
          <p:cNvSpPr txBox="1"/>
          <p:nvPr/>
        </p:nvSpPr>
        <p:spPr>
          <a:xfrm>
            <a:off x="279400" y="2679700"/>
            <a:ext cx="2489200" cy="369332"/>
          </a:xfrm>
          <a:prstGeom prst="rect">
            <a:avLst/>
          </a:prstGeom>
          <a:noFill/>
        </p:spPr>
        <p:txBody>
          <a:bodyPr vert="horz" wrap="square" rtlCol="0">
            <a:noAutofit/>
          </a:bodyPr>
          <a:lstStyle/>
          <a:p>
            <a:r>
              <a:rPr lang="en-IN" sz="800" b="1">
                <a:solidFill>
                  <a:srgbClr val="F5EDE8"/>
                </a:solidFill>
                <a:latin typeface="Segoe UI" panose="020B0502040204020203" pitchFamily="34" charset="0"/>
              </a:rPr>
              <a:t>Automation-Specific Tools</a:t>
            </a:r>
          </a:p>
        </p:txBody>
      </p:sp>
      <p:sp>
        <p:nvSpPr>
          <p:cNvPr id="41" name="TextBox 40">
            <a:extLst>
              <a:ext uri="{FF2B5EF4-FFF2-40B4-BE49-F238E27FC236}">
                <a16:creationId xmlns:a16="http://schemas.microsoft.com/office/drawing/2014/main" id="{CB5D4CF9-19B0-4DB3-8A76-CE0344FB63F1}"/>
              </a:ext>
            </a:extLst>
          </p:cNvPr>
          <p:cNvSpPr txBox="1"/>
          <p:nvPr/>
        </p:nvSpPr>
        <p:spPr>
          <a:xfrm>
            <a:off x="2844800" y="2679700"/>
            <a:ext cx="2997200" cy="369332"/>
          </a:xfrm>
          <a:prstGeom prst="rect">
            <a:avLst/>
          </a:prstGeom>
          <a:noFill/>
        </p:spPr>
        <p:txBody>
          <a:bodyPr vert="horz" wrap="square" rtlCol="0">
            <a:noAutofit/>
          </a:bodyPr>
          <a:lstStyle/>
          <a:p>
            <a:r>
              <a:rPr lang="en-IN" sz="800">
                <a:solidFill>
                  <a:srgbClr val="8ECF3E"/>
                </a:solidFill>
                <a:latin typeface="Segoe UI" panose="020B0502040204020203" pitchFamily="34" charset="0"/>
              </a:rPr>
              <a:t>runTests, testFailure, browser tools</a:t>
            </a:r>
          </a:p>
        </p:txBody>
      </p:sp>
      <p:sp>
        <p:nvSpPr>
          <p:cNvPr id="42" name="TextBox 41">
            <a:extLst>
              <a:ext uri="{FF2B5EF4-FFF2-40B4-BE49-F238E27FC236}">
                <a16:creationId xmlns:a16="http://schemas.microsoft.com/office/drawing/2014/main" id="{5C614860-287F-19F9-C7DF-AD1F9740FD83}"/>
              </a:ext>
            </a:extLst>
          </p:cNvPr>
          <p:cNvSpPr txBox="1"/>
          <p:nvPr/>
        </p:nvSpPr>
        <p:spPr>
          <a:xfrm>
            <a:off x="5918200" y="2679700"/>
            <a:ext cx="2946400" cy="369332"/>
          </a:xfrm>
          <a:prstGeom prst="rect">
            <a:avLst/>
          </a:prstGeom>
          <a:noFill/>
        </p:spPr>
        <p:txBody>
          <a:bodyPr vert="horz" wrap="square" rtlCol="0">
            <a:noAutofit/>
          </a:bodyPr>
          <a:lstStyle/>
          <a:p>
            <a:r>
              <a:rPr lang="en-IN" sz="800">
                <a:solidFill>
                  <a:srgbClr val="B0927A"/>
                </a:solidFill>
                <a:latin typeface="Segoe UI" panose="020B0502040204020203" pitchFamily="34" charset="0"/>
              </a:rPr>
              <a:t>Generic code tools only</a:t>
            </a:r>
          </a:p>
        </p:txBody>
      </p:sp>
      <p:sp>
        <p:nvSpPr>
          <p:cNvPr id="43" name="Rectangle 42">
            <a:extLst>
              <a:ext uri="{FF2B5EF4-FFF2-40B4-BE49-F238E27FC236}">
                <a16:creationId xmlns:a16="http://schemas.microsoft.com/office/drawing/2014/main" id="{0C49C45D-EB73-98CA-323D-8B3D4A2C1841}"/>
              </a:ext>
            </a:extLst>
          </p:cNvPr>
          <p:cNvSpPr/>
          <p:nvPr/>
        </p:nvSpPr>
        <p:spPr>
          <a:xfrm>
            <a:off x="254000" y="3073400"/>
            <a:ext cx="2540000" cy="431800"/>
          </a:xfrm>
          <a:prstGeom prst="rect">
            <a:avLst/>
          </a:prstGeom>
          <a:solidFill>
            <a:srgbClr val="2D1C12"/>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Rectangle 43">
            <a:extLst>
              <a:ext uri="{FF2B5EF4-FFF2-40B4-BE49-F238E27FC236}">
                <a16:creationId xmlns:a16="http://schemas.microsoft.com/office/drawing/2014/main" id="{8EE883D7-082D-7759-401E-54DA0BA5A3C9}"/>
              </a:ext>
            </a:extLst>
          </p:cNvPr>
          <p:cNvSpPr/>
          <p:nvPr/>
        </p:nvSpPr>
        <p:spPr>
          <a:xfrm>
            <a:off x="2819400" y="3073400"/>
            <a:ext cx="3048000" cy="431800"/>
          </a:xfrm>
          <a:prstGeom prst="rect">
            <a:avLst/>
          </a:prstGeom>
          <a:solidFill>
            <a:srgbClr val="16200E"/>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Rectangle 44">
            <a:extLst>
              <a:ext uri="{FF2B5EF4-FFF2-40B4-BE49-F238E27FC236}">
                <a16:creationId xmlns:a16="http://schemas.microsoft.com/office/drawing/2014/main" id="{680E6F2C-2224-5713-910B-0EF4D42D8B62}"/>
              </a:ext>
            </a:extLst>
          </p:cNvPr>
          <p:cNvSpPr/>
          <p:nvPr/>
        </p:nvSpPr>
        <p:spPr>
          <a:xfrm>
            <a:off x="5892800" y="3073400"/>
            <a:ext cx="2997200" cy="431800"/>
          </a:xfrm>
          <a:prstGeom prst="rect">
            <a:avLst/>
          </a:prstGeom>
          <a:solidFill>
            <a:srgbClr val="1E161C"/>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6" name="TextBox 45">
            <a:extLst>
              <a:ext uri="{FF2B5EF4-FFF2-40B4-BE49-F238E27FC236}">
                <a16:creationId xmlns:a16="http://schemas.microsoft.com/office/drawing/2014/main" id="{28D0CDE9-A1A1-52ED-04EB-CC7823F7167B}"/>
              </a:ext>
            </a:extLst>
          </p:cNvPr>
          <p:cNvSpPr txBox="1"/>
          <p:nvPr/>
        </p:nvSpPr>
        <p:spPr>
          <a:xfrm>
            <a:off x="279400" y="3136900"/>
            <a:ext cx="2489200" cy="369332"/>
          </a:xfrm>
          <a:prstGeom prst="rect">
            <a:avLst/>
          </a:prstGeom>
          <a:noFill/>
        </p:spPr>
        <p:txBody>
          <a:bodyPr vert="horz" wrap="square" rtlCol="0">
            <a:noAutofit/>
          </a:bodyPr>
          <a:lstStyle/>
          <a:p>
            <a:r>
              <a:rPr lang="en-IN" sz="800" b="1">
                <a:solidFill>
                  <a:srgbClr val="F5EDE8"/>
                </a:solidFill>
                <a:latin typeface="Segoe UI" panose="020B0502040204020203" pitchFamily="34" charset="0"/>
              </a:rPr>
              <a:t>Cost per developer</a:t>
            </a:r>
          </a:p>
        </p:txBody>
      </p:sp>
      <p:sp>
        <p:nvSpPr>
          <p:cNvPr id="47" name="TextBox 46">
            <a:extLst>
              <a:ext uri="{FF2B5EF4-FFF2-40B4-BE49-F238E27FC236}">
                <a16:creationId xmlns:a16="http://schemas.microsoft.com/office/drawing/2014/main" id="{C2180282-A317-3443-1686-9E715C83D075}"/>
              </a:ext>
            </a:extLst>
          </p:cNvPr>
          <p:cNvSpPr txBox="1"/>
          <p:nvPr/>
        </p:nvSpPr>
        <p:spPr>
          <a:xfrm>
            <a:off x="2844800" y="3136900"/>
            <a:ext cx="2997200" cy="369332"/>
          </a:xfrm>
          <a:prstGeom prst="rect">
            <a:avLst/>
          </a:prstGeom>
          <a:noFill/>
        </p:spPr>
        <p:txBody>
          <a:bodyPr vert="horz" wrap="square" rtlCol="0">
            <a:noAutofit/>
          </a:bodyPr>
          <a:lstStyle/>
          <a:p>
            <a:r>
              <a:rPr lang="en-US" sz="800">
                <a:solidFill>
                  <a:srgbClr val="8ECF3E"/>
                </a:solidFill>
                <a:latin typeface="Segoe UI" panose="020B0502040204020203" pitchFamily="34" charset="0"/>
              </a:rPr>
              <a:t>USD 19/mo - bundled with GitHub</a:t>
            </a:r>
            <a:endParaRPr lang="en-IN" sz="800">
              <a:solidFill>
                <a:srgbClr val="8ECF3E"/>
              </a:solidFill>
              <a:latin typeface="Segoe UI" panose="020B0502040204020203" pitchFamily="34" charset="0"/>
            </a:endParaRPr>
          </a:p>
        </p:txBody>
      </p:sp>
      <p:sp>
        <p:nvSpPr>
          <p:cNvPr id="48" name="TextBox 47">
            <a:extLst>
              <a:ext uri="{FF2B5EF4-FFF2-40B4-BE49-F238E27FC236}">
                <a16:creationId xmlns:a16="http://schemas.microsoft.com/office/drawing/2014/main" id="{711761A0-C9B1-E146-3F31-8A3D7DEFFB68}"/>
              </a:ext>
            </a:extLst>
          </p:cNvPr>
          <p:cNvSpPr txBox="1"/>
          <p:nvPr/>
        </p:nvSpPr>
        <p:spPr>
          <a:xfrm>
            <a:off x="5918200" y="3136900"/>
            <a:ext cx="2946400" cy="369332"/>
          </a:xfrm>
          <a:prstGeom prst="rect">
            <a:avLst/>
          </a:prstGeom>
          <a:noFill/>
        </p:spPr>
        <p:txBody>
          <a:bodyPr vert="horz" wrap="square" rtlCol="0">
            <a:noAutofit/>
          </a:bodyPr>
          <a:lstStyle/>
          <a:p>
            <a:r>
              <a:rPr lang="en-IN" sz="800">
                <a:solidFill>
                  <a:srgbClr val="B0927A"/>
                </a:solidFill>
                <a:latin typeface="Segoe UI" panose="020B0502040204020203" pitchFamily="34" charset="0"/>
              </a:rPr>
              <a:t>USD 20/mo - separate vendor</a:t>
            </a:r>
          </a:p>
        </p:txBody>
      </p:sp>
      <p:sp>
        <p:nvSpPr>
          <p:cNvPr id="49" name="Rectangle 48">
            <a:extLst>
              <a:ext uri="{FF2B5EF4-FFF2-40B4-BE49-F238E27FC236}">
                <a16:creationId xmlns:a16="http://schemas.microsoft.com/office/drawing/2014/main" id="{030B98CD-B6FE-82CB-0591-11A9468CDCC1}"/>
              </a:ext>
            </a:extLst>
          </p:cNvPr>
          <p:cNvSpPr/>
          <p:nvPr/>
        </p:nvSpPr>
        <p:spPr>
          <a:xfrm>
            <a:off x="254000" y="3530600"/>
            <a:ext cx="2540000" cy="431800"/>
          </a:xfrm>
          <a:prstGeom prst="rect">
            <a:avLst/>
          </a:prstGeom>
          <a:solidFill>
            <a:srgbClr val="2D1C12"/>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Rectangle 49">
            <a:extLst>
              <a:ext uri="{FF2B5EF4-FFF2-40B4-BE49-F238E27FC236}">
                <a16:creationId xmlns:a16="http://schemas.microsoft.com/office/drawing/2014/main" id="{C8FED270-BFCB-D464-B997-BCEF95E13384}"/>
              </a:ext>
            </a:extLst>
          </p:cNvPr>
          <p:cNvSpPr/>
          <p:nvPr/>
        </p:nvSpPr>
        <p:spPr>
          <a:xfrm>
            <a:off x="2819400" y="3530600"/>
            <a:ext cx="3048000" cy="431800"/>
          </a:xfrm>
          <a:prstGeom prst="rect">
            <a:avLst/>
          </a:prstGeom>
          <a:solidFill>
            <a:srgbClr val="16200E"/>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Rectangle 50">
            <a:extLst>
              <a:ext uri="{FF2B5EF4-FFF2-40B4-BE49-F238E27FC236}">
                <a16:creationId xmlns:a16="http://schemas.microsoft.com/office/drawing/2014/main" id="{C3B6320E-B428-EACB-1017-199A1BF0890A}"/>
              </a:ext>
            </a:extLst>
          </p:cNvPr>
          <p:cNvSpPr/>
          <p:nvPr/>
        </p:nvSpPr>
        <p:spPr>
          <a:xfrm>
            <a:off x="5892800" y="3530600"/>
            <a:ext cx="2997200" cy="431800"/>
          </a:xfrm>
          <a:prstGeom prst="rect">
            <a:avLst/>
          </a:prstGeom>
          <a:solidFill>
            <a:srgbClr val="1E161C"/>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2" name="TextBox 51">
            <a:extLst>
              <a:ext uri="{FF2B5EF4-FFF2-40B4-BE49-F238E27FC236}">
                <a16:creationId xmlns:a16="http://schemas.microsoft.com/office/drawing/2014/main" id="{A1DB0D21-6FC7-72C3-EEEE-40A06138EAEC}"/>
              </a:ext>
            </a:extLst>
          </p:cNvPr>
          <p:cNvSpPr txBox="1"/>
          <p:nvPr/>
        </p:nvSpPr>
        <p:spPr>
          <a:xfrm>
            <a:off x="279400" y="3594100"/>
            <a:ext cx="2489200" cy="369332"/>
          </a:xfrm>
          <a:prstGeom prst="rect">
            <a:avLst/>
          </a:prstGeom>
          <a:noFill/>
        </p:spPr>
        <p:txBody>
          <a:bodyPr vert="horz" wrap="square" rtlCol="0">
            <a:noAutofit/>
          </a:bodyPr>
          <a:lstStyle/>
          <a:p>
            <a:r>
              <a:rPr lang="en-IN" sz="800" b="1">
                <a:solidFill>
                  <a:srgbClr val="F5EDE8"/>
                </a:solidFill>
                <a:latin typeface="Segoe UI" panose="020B0502040204020203" pitchFamily="34" charset="0"/>
              </a:rPr>
              <a:t>Licensing</a:t>
            </a:r>
          </a:p>
        </p:txBody>
      </p:sp>
      <p:sp>
        <p:nvSpPr>
          <p:cNvPr id="53" name="TextBox 52">
            <a:extLst>
              <a:ext uri="{FF2B5EF4-FFF2-40B4-BE49-F238E27FC236}">
                <a16:creationId xmlns:a16="http://schemas.microsoft.com/office/drawing/2014/main" id="{6D0DD46E-43F3-F4E8-676F-D5D45FCD8E09}"/>
              </a:ext>
            </a:extLst>
          </p:cNvPr>
          <p:cNvSpPr txBox="1"/>
          <p:nvPr/>
        </p:nvSpPr>
        <p:spPr>
          <a:xfrm>
            <a:off x="2844800" y="3594100"/>
            <a:ext cx="2997200" cy="369332"/>
          </a:xfrm>
          <a:prstGeom prst="rect">
            <a:avLst/>
          </a:prstGeom>
          <a:noFill/>
        </p:spPr>
        <p:txBody>
          <a:bodyPr vert="horz" wrap="square" rtlCol="0">
            <a:noAutofit/>
          </a:bodyPr>
          <a:lstStyle/>
          <a:p>
            <a:r>
              <a:rPr lang="en-US" sz="800">
                <a:solidFill>
                  <a:srgbClr val="8ECF3E"/>
                </a:solidFill>
                <a:latin typeface="Segoe UI" panose="020B0502040204020203" pitchFamily="34" charset="0"/>
              </a:rPr>
              <a:t>Already in GitHub org - no new vendor</a:t>
            </a:r>
            <a:endParaRPr lang="en-IN" sz="800">
              <a:solidFill>
                <a:srgbClr val="8ECF3E"/>
              </a:solidFill>
              <a:latin typeface="Segoe UI" panose="020B0502040204020203" pitchFamily="34" charset="0"/>
            </a:endParaRPr>
          </a:p>
        </p:txBody>
      </p:sp>
      <p:sp>
        <p:nvSpPr>
          <p:cNvPr id="54" name="TextBox 53">
            <a:extLst>
              <a:ext uri="{FF2B5EF4-FFF2-40B4-BE49-F238E27FC236}">
                <a16:creationId xmlns:a16="http://schemas.microsoft.com/office/drawing/2014/main" id="{B20F291B-8C9F-1E0B-0B50-1B9B92B449E0}"/>
              </a:ext>
            </a:extLst>
          </p:cNvPr>
          <p:cNvSpPr txBox="1"/>
          <p:nvPr/>
        </p:nvSpPr>
        <p:spPr>
          <a:xfrm>
            <a:off x="5918200" y="3594100"/>
            <a:ext cx="2946400" cy="369332"/>
          </a:xfrm>
          <a:prstGeom prst="rect">
            <a:avLst/>
          </a:prstGeom>
          <a:noFill/>
        </p:spPr>
        <p:txBody>
          <a:bodyPr vert="horz" wrap="square" rtlCol="0">
            <a:noAutofit/>
          </a:bodyPr>
          <a:lstStyle/>
          <a:p>
            <a:r>
              <a:rPr lang="en-IN" sz="800">
                <a:solidFill>
                  <a:srgbClr val="B0927A"/>
                </a:solidFill>
                <a:latin typeface="Segoe UI" panose="020B0502040204020203" pitchFamily="34" charset="0"/>
              </a:rPr>
              <a:t>New vendor relationship required</a:t>
            </a:r>
          </a:p>
        </p:txBody>
      </p:sp>
    </p:spTree>
    <p:extLst>
      <p:ext uri="{BB962C8B-B14F-4D97-AF65-F5344CB8AC3E}">
        <p14:creationId xmlns:p14="http://schemas.microsoft.com/office/powerpoint/2010/main" val="20596429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4CF3AA-3C8A-953B-8C22-FBF37EFC687D}"/>
              </a:ext>
            </a:extLst>
          </p:cNvPr>
          <p:cNvSpPr/>
          <p:nvPr/>
        </p:nvSpPr>
        <p:spPr>
          <a:xfrm>
            <a:off x="0" y="0"/>
            <a:ext cx="9144000" cy="38100"/>
          </a:xfrm>
          <a:prstGeom prst="rect">
            <a:avLst/>
          </a:prstGeom>
          <a:solidFill>
            <a:srgbClr val="23A6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E7530B02-AF96-5F1C-39C4-1E1FC34FFE77}"/>
              </a:ext>
            </a:extLst>
          </p:cNvPr>
          <p:cNvSpPr txBox="1"/>
          <p:nvPr/>
        </p:nvSpPr>
        <p:spPr>
          <a:xfrm>
            <a:off x="0" y="4991100"/>
            <a:ext cx="9144000" cy="369332"/>
          </a:xfrm>
          <a:prstGeom prst="rect">
            <a:avLst/>
          </a:prstGeom>
          <a:noFill/>
        </p:spPr>
        <p:txBody>
          <a:bodyPr vert="horz" wrap="square" rtlCol="0">
            <a:noAutofit/>
          </a:bodyPr>
          <a:lstStyle/>
          <a:p>
            <a:pPr algn="ctr"/>
            <a:r>
              <a:rPr lang="en-IN" sz="700">
                <a:solidFill>
                  <a:srgbClr val="503424"/>
                </a:solidFill>
                <a:latin typeface="Segoe UI" panose="020B0502040204020203" pitchFamily="34" charset="0"/>
              </a:rPr>
              <a:t>GitHub Copilot x Inspire Brands QE</a:t>
            </a:r>
          </a:p>
        </p:txBody>
      </p:sp>
      <p:sp>
        <p:nvSpPr>
          <p:cNvPr id="4" name="TextBox 3">
            <a:extLst>
              <a:ext uri="{FF2B5EF4-FFF2-40B4-BE49-F238E27FC236}">
                <a16:creationId xmlns:a16="http://schemas.microsoft.com/office/drawing/2014/main" id="{830C29D6-D36D-E04C-2418-D269793CA976}"/>
              </a:ext>
            </a:extLst>
          </p:cNvPr>
          <p:cNvSpPr txBox="1"/>
          <p:nvPr/>
        </p:nvSpPr>
        <p:spPr>
          <a:xfrm>
            <a:off x="254000" y="152400"/>
            <a:ext cx="7366000" cy="369332"/>
          </a:xfrm>
          <a:prstGeom prst="rect">
            <a:avLst/>
          </a:prstGeom>
          <a:noFill/>
        </p:spPr>
        <p:txBody>
          <a:bodyPr vert="horz" wrap="square" rtlCol="0">
            <a:noAutofit/>
          </a:bodyPr>
          <a:lstStyle/>
          <a:p>
            <a:r>
              <a:rPr lang="en-US" sz="1300" b="1">
                <a:solidFill>
                  <a:srgbClr val="F5EDE8"/>
                </a:solidFill>
                <a:latin typeface="Segoe UI" panose="020B0502040204020203" pitchFamily="34" charset="0"/>
              </a:rPr>
              <a:t>GitHub Copilot - Three Interaction Modes</a:t>
            </a:r>
            <a:endParaRPr lang="en-IN" sz="1300" b="1">
              <a:solidFill>
                <a:srgbClr val="F5EDE8"/>
              </a:solidFill>
              <a:latin typeface="Segoe UI" panose="020B0502040204020203" pitchFamily="34" charset="0"/>
            </a:endParaRPr>
          </a:p>
        </p:txBody>
      </p:sp>
      <p:sp>
        <p:nvSpPr>
          <p:cNvPr id="5" name="TextBox 4">
            <a:extLst>
              <a:ext uri="{FF2B5EF4-FFF2-40B4-BE49-F238E27FC236}">
                <a16:creationId xmlns:a16="http://schemas.microsoft.com/office/drawing/2014/main" id="{C4089393-AD75-1A1B-8E29-D1F7DF34A218}"/>
              </a:ext>
            </a:extLst>
          </p:cNvPr>
          <p:cNvSpPr txBox="1"/>
          <p:nvPr/>
        </p:nvSpPr>
        <p:spPr>
          <a:xfrm>
            <a:off x="7747000" y="203200"/>
            <a:ext cx="1270000" cy="369332"/>
          </a:xfrm>
          <a:prstGeom prst="rect">
            <a:avLst/>
          </a:prstGeom>
          <a:noFill/>
        </p:spPr>
        <p:txBody>
          <a:bodyPr vert="horz" wrap="square" rtlCol="0">
            <a:noAutofit/>
          </a:bodyPr>
          <a:lstStyle/>
          <a:p>
            <a:pPr algn="r"/>
            <a:r>
              <a:rPr lang="en-IN" sz="800">
                <a:solidFill>
                  <a:srgbClr val="B0927A"/>
                </a:solidFill>
                <a:latin typeface="Segoe UI" panose="020B0502040204020203" pitchFamily="34" charset="0"/>
              </a:rPr>
              <a:t>Ctrl+Shift+I</a:t>
            </a:r>
          </a:p>
        </p:txBody>
      </p:sp>
      <p:sp>
        <p:nvSpPr>
          <p:cNvPr id="6" name="Rectangle 5">
            <a:extLst>
              <a:ext uri="{FF2B5EF4-FFF2-40B4-BE49-F238E27FC236}">
                <a16:creationId xmlns:a16="http://schemas.microsoft.com/office/drawing/2014/main" id="{0B5D45DA-7C66-9BA9-D5CA-434506225EF0}"/>
              </a:ext>
            </a:extLst>
          </p:cNvPr>
          <p:cNvSpPr/>
          <p:nvPr/>
        </p:nvSpPr>
        <p:spPr>
          <a:xfrm>
            <a:off x="254000" y="431800"/>
            <a:ext cx="8636000" cy="12700"/>
          </a:xfrm>
          <a:prstGeom prst="rect">
            <a:avLst/>
          </a:prstGeom>
          <a:solidFill>
            <a:srgbClr val="5034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AF7F0943-65AC-5BF6-8BED-089C6031A698}"/>
              </a:ext>
            </a:extLst>
          </p:cNvPr>
          <p:cNvSpPr/>
          <p:nvPr/>
        </p:nvSpPr>
        <p:spPr>
          <a:xfrm>
            <a:off x="254000" y="533400"/>
            <a:ext cx="2844800" cy="2692400"/>
          </a:xfrm>
          <a:prstGeom prst="rect">
            <a:avLst/>
          </a:prstGeom>
          <a:solidFill>
            <a:srgbClr val="40271A"/>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6E1D27DD-37F5-B46F-AF11-1502CBA663A6}"/>
              </a:ext>
            </a:extLst>
          </p:cNvPr>
          <p:cNvSpPr/>
          <p:nvPr/>
        </p:nvSpPr>
        <p:spPr>
          <a:xfrm>
            <a:off x="254000" y="533400"/>
            <a:ext cx="2844800" cy="38100"/>
          </a:xfrm>
          <a:prstGeom prst="rect">
            <a:avLst/>
          </a:prstGeom>
          <a:solidFill>
            <a:srgbClr val="FF9E4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id="{46698827-AE64-91A8-9AF9-411BE8E14A1E}"/>
              </a:ext>
            </a:extLst>
          </p:cNvPr>
          <p:cNvSpPr/>
          <p:nvPr/>
        </p:nvSpPr>
        <p:spPr>
          <a:xfrm>
            <a:off x="355600" y="685800"/>
            <a:ext cx="584200" cy="177800"/>
          </a:xfrm>
          <a:prstGeom prst="rect">
            <a:avLst/>
          </a:prstGeom>
          <a:solidFill>
            <a:srgbClr val="26180E"/>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C456EB37-508A-6272-5F34-D2C3D2A5A5D0}"/>
              </a:ext>
            </a:extLst>
          </p:cNvPr>
          <p:cNvSpPr txBox="1"/>
          <p:nvPr/>
        </p:nvSpPr>
        <p:spPr>
          <a:xfrm>
            <a:off x="355600" y="685800"/>
            <a:ext cx="584200" cy="369332"/>
          </a:xfrm>
          <a:prstGeom prst="rect">
            <a:avLst/>
          </a:prstGeom>
          <a:noFill/>
        </p:spPr>
        <p:txBody>
          <a:bodyPr vert="horz" wrap="square" rtlCol="0">
            <a:noAutofit/>
          </a:bodyPr>
          <a:lstStyle/>
          <a:p>
            <a:pPr algn="ctr"/>
            <a:r>
              <a:rPr lang="en-IN" sz="700" b="1">
                <a:solidFill>
                  <a:srgbClr val="FF9E4A"/>
                </a:solidFill>
                <a:latin typeface="Segoe UI" panose="020B0502040204020203" pitchFamily="34" charset="0"/>
              </a:rPr>
              <a:t>ASK</a:t>
            </a:r>
          </a:p>
        </p:txBody>
      </p:sp>
      <p:sp>
        <p:nvSpPr>
          <p:cNvPr id="11" name="TextBox 10">
            <a:extLst>
              <a:ext uri="{FF2B5EF4-FFF2-40B4-BE49-F238E27FC236}">
                <a16:creationId xmlns:a16="http://schemas.microsoft.com/office/drawing/2014/main" id="{A3D7B9F9-D988-A4AF-5E74-8C857A9AD93D}"/>
              </a:ext>
            </a:extLst>
          </p:cNvPr>
          <p:cNvSpPr txBox="1"/>
          <p:nvPr/>
        </p:nvSpPr>
        <p:spPr>
          <a:xfrm>
            <a:off x="355600" y="914400"/>
            <a:ext cx="2641600" cy="369332"/>
          </a:xfrm>
          <a:prstGeom prst="rect">
            <a:avLst/>
          </a:prstGeom>
          <a:noFill/>
        </p:spPr>
        <p:txBody>
          <a:bodyPr vert="horz" wrap="square" rtlCol="0">
            <a:noAutofit/>
          </a:bodyPr>
          <a:lstStyle/>
          <a:p>
            <a:r>
              <a:rPr lang="en-IN" sz="1200" b="1">
                <a:solidFill>
                  <a:srgbClr val="F5EDE8"/>
                </a:solidFill>
                <a:latin typeface="Segoe UI" panose="020B0502040204020203" pitchFamily="34" charset="0"/>
              </a:rPr>
              <a:t>Ask Mode</a:t>
            </a:r>
          </a:p>
        </p:txBody>
      </p:sp>
      <p:sp>
        <p:nvSpPr>
          <p:cNvPr id="12" name="TextBox 11">
            <a:extLst>
              <a:ext uri="{FF2B5EF4-FFF2-40B4-BE49-F238E27FC236}">
                <a16:creationId xmlns:a16="http://schemas.microsoft.com/office/drawing/2014/main" id="{990DBD6B-8C25-0215-3A87-34473316E9F0}"/>
              </a:ext>
            </a:extLst>
          </p:cNvPr>
          <p:cNvSpPr txBox="1"/>
          <p:nvPr/>
        </p:nvSpPr>
        <p:spPr>
          <a:xfrm>
            <a:off x="355600" y="1168400"/>
            <a:ext cx="2641600" cy="369332"/>
          </a:xfrm>
          <a:prstGeom prst="rect">
            <a:avLst/>
          </a:prstGeom>
          <a:noFill/>
        </p:spPr>
        <p:txBody>
          <a:bodyPr vert="horz" wrap="square" rtlCol="0">
            <a:noAutofit/>
          </a:bodyPr>
          <a:lstStyle/>
          <a:p>
            <a:r>
              <a:rPr lang="en-US" sz="800">
                <a:solidFill>
                  <a:srgbClr val="B0927A"/>
                </a:solidFill>
                <a:latin typeface="Segoe UI" panose="020B0502040204020203" pitchFamily="34" charset="0"/>
              </a:rPr>
              <a:t>Conversational Q and A about your code
Explains classes, methods, errors
Answers WITHOUT making any changes
Best for: understanding and learning
Example: What does AbstractBrandPage do?</a:t>
            </a:r>
            <a:endParaRPr lang="en-IN" sz="800">
              <a:solidFill>
                <a:srgbClr val="B0927A"/>
              </a:solidFill>
              <a:latin typeface="Segoe UI" panose="020B0502040204020203" pitchFamily="34" charset="0"/>
            </a:endParaRPr>
          </a:p>
        </p:txBody>
      </p:sp>
      <p:sp>
        <p:nvSpPr>
          <p:cNvPr id="13" name="Rectangle 12">
            <a:extLst>
              <a:ext uri="{FF2B5EF4-FFF2-40B4-BE49-F238E27FC236}">
                <a16:creationId xmlns:a16="http://schemas.microsoft.com/office/drawing/2014/main" id="{8FB51F15-E10F-7387-EC8E-37D74073F623}"/>
              </a:ext>
            </a:extLst>
          </p:cNvPr>
          <p:cNvSpPr/>
          <p:nvPr/>
        </p:nvSpPr>
        <p:spPr>
          <a:xfrm>
            <a:off x="3225800" y="533400"/>
            <a:ext cx="2844800" cy="2692400"/>
          </a:xfrm>
          <a:prstGeom prst="rect">
            <a:avLst/>
          </a:prstGeom>
          <a:solidFill>
            <a:srgbClr val="40271A"/>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7AF6622C-19C4-1F71-F606-ACF854D47BB7}"/>
              </a:ext>
            </a:extLst>
          </p:cNvPr>
          <p:cNvSpPr/>
          <p:nvPr/>
        </p:nvSpPr>
        <p:spPr>
          <a:xfrm>
            <a:off x="3225800" y="533400"/>
            <a:ext cx="2844800" cy="38100"/>
          </a:xfrm>
          <a:prstGeom prst="rect">
            <a:avLst/>
          </a:prstGeom>
          <a:solidFill>
            <a:srgbClr val="23A6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898A5543-424F-8071-585A-DBD9E3F7E686}"/>
              </a:ext>
            </a:extLst>
          </p:cNvPr>
          <p:cNvSpPr/>
          <p:nvPr/>
        </p:nvSpPr>
        <p:spPr>
          <a:xfrm>
            <a:off x="3327400" y="685800"/>
            <a:ext cx="584200" cy="177800"/>
          </a:xfrm>
          <a:prstGeom prst="rect">
            <a:avLst/>
          </a:prstGeom>
          <a:solidFill>
            <a:srgbClr val="26180E"/>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C477DF16-8D6C-9E84-B903-6ED3E8C3010B}"/>
              </a:ext>
            </a:extLst>
          </p:cNvPr>
          <p:cNvSpPr txBox="1"/>
          <p:nvPr/>
        </p:nvSpPr>
        <p:spPr>
          <a:xfrm>
            <a:off x="3327400" y="685800"/>
            <a:ext cx="584200" cy="369332"/>
          </a:xfrm>
          <a:prstGeom prst="rect">
            <a:avLst/>
          </a:prstGeom>
          <a:noFill/>
        </p:spPr>
        <p:txBody>
          <a:bodyPr vert="horz" wrap="square" rtlCol="0">
            <a:noAutofit/>
          </a:bodyPr>
          <a:lstStyle/>
          <a:p>
            <a:pPr algn="ctr"/>
            <a:r>
              <a:rPr lang="en-IN" sz="700" b="1">
                <a:solidFill>
                  <a:srgbClr val="23A6F5"/>
                </a:solidFill>
                <a:latin typeface="Segoe UI" panose="020B0502040204020203" pitchFamily="34" charset="0"/>
              </a:rPr>
              <a:t>PLAN</a:t>
            </a:r>
          </a:p>
        </p:txBody>
      </p:sp>
      <p:sp>
        <p:nvSpPr>
          <p:cNvPr id="17" name="TextBox 16">
            <a:extLst>
              <a:ext uri="{FF2B5EF4-FFF2-40B4-BE49-F238E27FC236}">
                <a16:creationId xmlns:a16="http://schemas.microsoft.com/office/drawing/2014/main" id="{3F1C3E23-5D1B-9E4E-4FA0-3A25A3A5DC24}"/>
              </a:ext>
            </a:extLst>
          </p:cNvPr>
          <p:cNvSpPr txBox="1"/>
          <p:nvPr/>
        </p:nvSpPr>
        <p:spPr>
          <a:xfrm>
            <a:off x="3327400" y="914400"/>
            <a:ext cx="2641600" cy="369332"/>
          </a:xfrm>
          <a:prstGeom prst="rect">
            <a:avLst/>
          </a:prstGeom>
          <a:noFill/>
        </p:spPr>
        <p:txBody>
          <a:bodyPr vert="horz" wrap="square" rtlCol="0">
            <a:noAutofit/>
          </a:bodyPr>
          <a:lstStyle/>
          <a:p>
            <a:r>
              <a:rPr lang="en-IN" sz="1200" b="1">
                <a:solidFill>
                  <a:srgbClr val="F5EDE8"/>
                </a:solidFill>
                <a:latin typeface="Segoe UI" panose="020B0502040204020203" pitchFamily="34" charset="0"/>
              </a:rPr>
              <a:t>Plan Mode</a:t>
            </a:r>
          </a:p>
        </p:txBody>
      </p:sp>
      <p:sp>
        <p:nvSpPr>
          <p:cNvPr id="18" name="TextBox 17">
            <a:extLst>
              <a:ext uri="{FF2B5EF4-FFF2-40B4-BE49-F238E27FC236}">
                <a16:creationId xmlns:a16="http://schemas.microsoft.com/office/drawing/2014/main" id="{43951578-F49E-B1B7-09E0-0DBA11E3FBE0}"/>
              </a:ext>
            </a:extLst>
          </p:cNvPr>
          <p:cNvSpPr txBox="1"/>
          <p:nvPr/>
        </p:nvSpPr>
        <p:spPr>
          <a:xfrm>
            <a:off x="3327400" y="1168400"/>
            <a:ext cx="2641600" cy="369332"/>
          </a:xfrm>
          <a:prstGeom prst="rect">
            <a:avLst/>
          </a:prstGeom>
          <a:noFill/>
        </p:spPr>
        <p:txBody>
          <a:bodyPr vert="horz" wrap="square" rtlCol="0">
            <a:noAutofit/>
          </a:bodyPr>
          <a:lstStyle/>
          <a:p>
            <a:r>
              <a:rPr lang="en-US" sz="800">
                <a:solidFill>
                  <a:srgbClr val="B0927A"/>
                </a:solidFill>
                <a:latin typeface="Segoe UI" panose="020B0502040204020203" pitchFamily="34" charset="0"/>
              </a:rPr>
              <a:t>Researches and outlines multi-step tasks
Shows what it WOULD do before acting
Review proposed changes before applying
Best for: complex refactoring, new features
Example: Plan how to add Baskin Robbins brand</a:t>
            </a:r>
            <a:endParaRPr lang="en-IN" sz="800">
              <a:solidFill>
                <a:srgbClr val="B0927A"/>
              </a:solidFill>
              <a:latin typeface="Segoe UI" panose="020B0502040204020203" pitchFamily="34" charset="0"/>
            </a:endParaRPr>
          </a:p>
        </p:txBody>
      </p:sp>
      <p:sp>
        <p:nvSpPr>
          <p:cNvPr id="19" name="Rectangle 18">
            <a:extLst>
              <a:ext uri="{FF2B5EF4-FFF2-40B4-BE49-F238E27FC236}">
                <a16:creationId xmlns:a16="http://schemas.microsoft.com/office/drawing/2014/main" id="{A49A4538-E480-1500-5653-53A9CC905AC2}"/>
              </a:ext>
            </a:extLst>
          </p:cNvPr>
          <p:cNvSpPr/>
          <p:nvPr/>
        </p:nvSpPr>
        <p:spPr>
          <a:xfrm>
            <a:off x="6197600" y="533400"/>
            <a:ext cx="2844800" cy="2692400"/>
          </a:xfrm>
          <a:prstGeom prst="rect">
            <a:avLst/>
          </a:prstGeom>
          <a:solidFill>
            <a:srgbClr val="40271A"/>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a:extLst>
              <a:ext uri="{FF2B5EF4-FFF2-40B4-BE49-F238E27FC236}">
                <a16:creationId xmlns:a16="http://schemas.microsoft.com/office/drawing/2014/main" id="{BC449380-FA70-D0DB-506A-FF8D6A157E67}"/>
              </a:ext>
            </a:extLst>
          </p:cNvPr>
          <p:cNvSpPr/>
          <p:nvPr/>
        </p:nvSpPr>
        <p:spPr>
          <a:xfrm>
            <a:off x="6197600" y="533400"/>
            <a:ext cx="2844800" cy="38100"/>
          </a:xfrm>
          <a:prstGeom prst="rect">
            <a:avLst/>
          </a:prstGeom>
          <a:solidFill>
            <a:srgbClr val="8ECF3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a:extLst>
              <a:ext uri="{FF2B5EF4-FFF2-40B4-BE49-F238E27FC236}">
                <a16:creationId xmlns:a16="http://schemas.microsoft.com/office/drawing/2014/main" id="{0C483095-27F8-B571-E004-D33A9D1BBA84}"/>
              </a:ext>
            </a:extLst>
          </p:cNvPr>
          <p:cNvSpPr/>
          <p:nvPr/>
        </p:nvSpPr>
        <p:spPr>
          <a:xfrm>
            <a:off x="6299200" y="685800"/>
            <a:ext cx="584200" cy="177800"/>
          </a:xfrm>
          <a:prstGeom prst="rect">
            <a:avLst/>
          </a:prstGeom>
          <a:solidFill>
            <a:srgbClr val="26180E"/>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BA19DC87-332A-5C51-B318-E6A9AF98F610}"/>
              </a:ext>
            </a:extLst>
          </p:cNvPr>
          <p:cNvSpPr txBox="1"/>
          <p:nvPr/>
        </p:nvSpPr>
        <p:spPr>
          <a:xfrm>
            <a:off x="6299200" y="685800"/>
            <a:ext cx="584200" cy="369332"/>
          </a:xfrm>
          <a:prstGeom prst="rect">
            <a:avLst/>
          </a:prstGeom>
          <a:noFill/>
        </p:spPr>
        <p:txBody>
          <a:bodyPr vert="horz" wrap="square" rtlCol="0">
            <a:noAutofit/>
          </a:bodyPr>
          <a:lstStyle/>
          <a:p>
            <a:pPr algn="ctr"/>
            <a:r>
              <a:rPr lang="en-IN" sz="700" b="1">
                <a:solidFill>
                  <a:srgbClr val="8ECF3E"/>
                </a:solidFill>
                <a:latin typeface="Segoe UI" panose="020B0502040204020203" pitchFamily="34" charset="0"/>
              </a:rPr>
              <a:t>AGENT</a:t>
            </a:r>
          </a:p>
        </p:txBody>
      </p:sp>
      <p:sp>
        <p:nvSpPr>
          <p:cNvPr id="23" name="TextBox 22">
            <a:extLst>
              <a:ext uri="{FF2B5EF4-FFF2-40B4-BE49-F238E27FC236}">
                <a16:creationId xmlns:a16="http://schemas.microsoft.com/office/drawing/2014/main" id="{32FECEFE-F558-917E-8043-32047E4A882C}"/>
              </a:ext>
            </a:extLst>
          </p:cNvPr>
          <p:cNvSpPr txBox="1"/>
          <p:nvPr/>
        </p:nvSpPr>
        <p:spPr>
          <a:xfrm>
            <a:off x="6299200" y="914400"/>
            <a:ext cx="2641600" cy="369332"/>
          </a:xfrm>
          <a:prstGeom prst="rect">
            <a:avLst/>
          </a:prstGeom>
          <a:noFill/>
        </p:spPr>
        <p:txBody>
          <a:bodyPr vert="horz" wrap="square" rtlCol="0">
            <a:noAutofit/>
          </a:bodyPr>
          <a:lstStyle/>
          <a:p>
            <a:r>
              <a:rPr lang="en-IN" sz="1200" b="1">
                <a:solidFill>
                  <a:srgbClr val="F5EDE8"/>
                </a:solidFill>
                <a:latin typeface="Segoe UI" panose="020B0502040204020203" pitchFamily="34" charset="0"/>
              </a:rPr>
              <a:t>Agent Mode</a:t>
            </a:r>
          </a:p>
        </p:txBody>
      </p:sp>
      <p:sp>
        <p:nvSpPr>
          <p:cNvPr id="24" name="TextBox 23">
            <a:extLst>
              <a:ext uri="{FF2B5EF4-FFF2-40B4-BE49-F238E27FC236}">
                <a16:creationId xmlns:a16="http://schemas.microsoft.com/office/drawing/2014/main" id="{93E537B7-5D04-C449-38A5-CB66257D7143}"/>
              </a:ext>
            </a:extLst>
          </p:cNvPr>
          <p:cNvSpPr txBox="1"/>
          <p:nvPr/>
        </p:nvSpPr>
        <p:spPr>
          <a:xfrm>
            <a:off x="6299200" y="1168400"/>
            <a:ext cx="2641600" cy="369332"/>
          </a:xfrm>
          <a:prstGeom prst="rect">
            <a:avLst/>
          </a:prstGeom>
          <a:noFill/>
        </p:spPr>
        <p:txBody>
          <a:bodyPr vert="horz" wrap="square" rtlCol="0">
            <a:noAutofit/>
          </a:bodyPr>
          <a:lstStyle/>
          <a:p>
            <a:r>
              <a:rPr lang="en-US" sz="800">
                <a:solidFill>
                  <a:srgbClr val="B0927A"/>
                </a:solidFill>
                <a:latin typeface="Segoe UI" panose="020B0502040204020203" pitchFamily="34" charset="0"/>
              </a:rPr>
              <a:t>Autonomously reads, edits and runs code
Uses tools: terminal, browser, file system
Iterates until the task is complete
Best for: end-to-end automation tasks
Example: Add Baskin Robbins brand to the framework</a:t>
            </a:r>
            <a:endParaRPr lang="en-IN" sz="800">
              <a:solidFill>
                <a:srgbClr val="B0927A"/>
              </a:solidFill>
              <a:latin typeface="Segoe UI" panose="020B0502040204020203" pitchFamily="34" charset="0"/>
            </a:endParaRPr>
          </a:p>
        </p:txBody>
      </p:sp>
      <p:pic>
        <p:nvPicPr>
          <p:cNvPr id="26" name="Picture 25">
            <a:extLst>
              <a:ext uri="{FF2B5EF4-FFF2-40B4-BE49-F238E27FC236}">
                <a16:creationId xmlns:a16="http://schemas.microsoft.com/office/drawing/2014/main" id="{21B87CD9-1D70-39FA-EB85-79D28F7FC16B}"/>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54000" y="3327400"/>
            <a:ext cx="8636000" cy="660400"/>
          </a:xfrm>
          <a:prstGeom prst="rect">
            <a:avLst/>
          </a:prstGeom>
        </p:spPr>
      </p:pic>
      <p:sp>
        <p:nvSpPr>
          <p:cNvPr id="27" name="Rectangle 26">
            <a:extLst>
              <a:ext uri="{FF2B5EF4-FFF2-40B4-BE49-F238E27FC236}">
                <a16:creationId xmlns:a16="http://schemas.microsoft.com/office/drawing/2014/main" id="{DC2A902C-D4E2-B505-E25B-F6C9DCA8E8D0}"/>
              </a:ext>
            </a:extLst>
          </p:cNvPr>
          <p:cNvSpPr/>
          <p:nvPr/>
        </p:nvSpPr>
        <p:spPr>
          <a:xfrm>
            <a:off x="254000" y="3302000"/>
            <a:ext cx="8636000" cy="660400"/>
          </a:xfrm>
          <a:prstGeom prst="rect">
            <a:avLst/>
          </a:prstGeom>
          <a:solidFill>
            <a:srgbClr val="341C0E"/>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9" name="Picture 28">
            <a:extLst>
              <a:ext uri="{FF2B5EF4-FFF2-40B4-BE49-F238E27FC236}">
                <a16:creationId xmlns:a16="http://schemas.microsoft.com/office/drawing/2014/main" id="{1917D424-6C63-2F6B-007D-9D2A663B42EC}"/>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1524000" y="3340100"/>
            <a:ext cx="6096000" cy="609600"/>
          </a:xfrm>
          <a:prstGeom prst="rect">
            <a:avLst/>
          </a:prstGeom>
        </p:spPr>
      </p:pic>
      <p:sp>
        <p:nvSpPr>
          <p:cNvPr id="30" name="TextBox 29">
            <a:extLst>
              <a:ext uri="{FF2B5EF4-FFF2-40B4-BE49-F238E27FC236}">
                <a16:creationId xmlns:a16="http://schemas.microsoft.com/office/drawing/2014/main" id="{7DBB4874-B0C4-500B-DC0E-8BEC51446158}"/>
              </a:ext>
            </a:extLst>
          </p:cNvPr>
          <p:cNvSpPr txBox="1"/>
          <p:nvPr/>
        </p:nvSpPr>
        <p:spPr>
          <a:xfrm>
            <a:off x="0" y="4013200"/>
            <a:ext cx="9144000" cy="369332"/>
          </a:xfrm>
          <a:prstGeom prst="rect">
            <a:avLst/>
          </a:prstGeom>
          <a:noFill/>
        </p:spPr>
        <p:txBody>
          <a:bodyPr vert="horz" wrap="square" rtlCol="0">
            <a:noAutofit/>
          </a:bodyPr>
          <a:lstStyle/>
          <a:p>
            <a:pPr algn="ctr"/>
            <a:r>
              <a:rPr lang="en-US" sz="700">
                <a:solidFill>
                  <a:srgbClr val="B0927A"/>
                </a:solidFill>
                <a:latin typeface="Segoe UI" panose="020B0502040204020203" pitchFamily="34" charset="0"/>
              </a:rPr>
              <a:t>VS Code - actual Copilot mode picker (@ shortcut)</a:t>
            </a:r>
            <a:endParaRPr lang="en-IN" sz="700">
              <a:solidFill>
                <a:srgbClr val="B0927A"/>
              </a:solidFill>
              <a:latin typeface="Segoe UI" panose="020B0502040204020203" pitchFamily="34" charset="0"/>
            </a:endParaRPr>
          </a:p>
        </p:txBody>
      </p:sp>
    </p:spTree>
    <p:extLst>
      <p:ext uri="{BB962C8B-B14F-4D97-AF65-F5344CB8AC3E}">
        <p14:creationId xmlns:p14="http://schemas.microsoft.com/office/powerpoint/2010/main" val="2269700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12F2ECC-B3E8-C66E-1535-1DD2D6942AF5}"/>
              </a:ext>
            </a:extLst>
          </p:cNvPr>
          <p:cNvSpPr/>
          <p:nvPr/>
        </p:nvSpPr>
        <p:spPr>
          <a:xfrm>
            <a:off x="0" y="0"/>
            <a:ext cx="9144000" cy="38100"/>
          </a:xfrm>
          <a:prstGeom prst="rect">
            <a:avLst/>
          </a:prstGeom>
          <a:solidFill>
            <a:srgbClr val="23A6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893AB5CC-26C1-388F-1E54-4F5E1AF6732D}"/>
              </a:ext>
            </a:extLst>
          </p:cNvPr>
          <p:cNvSpPr txBox="1"/>
          <p:nvPr/>
        </p:nvSpPr>
        <p:spPr>
          <a:xfrm>
            <a:off x="0" y="4991100"/>
            <a:ext cx="9144000" cy="369332"/>
          </a:xfrm>
          <a:prstGeom prst="rect">
            <a:avLst/>
          </a:prstGeom>
          <a:noFill/>
        </p:spPr>
        <p:txBody>
          <a:bodyPr vert="horz" wrap="square" rtlCol="0">
            <a:noAutofit/>
          </a:bodyPr>
          <a:lstStyle/>
          <a:p>
            <a:pPr algn="ctr"/>
            <a:r>
              <a:rPr lang="en-IN" sz="700">
                <a:solidFill>
                  <a:srgbClr val="503424"/>
                </a:solidFill>
                <a:latin typeface="Segoe UI" panose="020B0502040204020203" pitchFamily="34" charset="0"/>
              </a:rPr>
              <a:t>GitHub Copilot x Inspire Brands QE</a:t>
            </a:r>
          </a:p>
        </p:txBody>
      </p:sp>
      <p:sp>
        <p:nvSpPr>
          <p:cNvPr id="4" name="TextBox 3">
            <a:extLst>
              <a:ext uri="{FF2B5EF4-FFF2-40B4-BE49-F238E27FC236}">
                <a16:creationId xmlns:a16="http://schemas.microsoft.com/office/drawing/2014/main" id="{E2D2DE35-897F-9178-09F6-03272EB6393B}"/>
              </a:ext>
            </a:extLst>
          </p:cNvPr>
          <p:cNvSpPr txBox="1"/>
          <p:nvPr/>
        </p:nvSpPr>
        <p:spPr>
          <a:xfrm>
            <a:off x="254000" y="152400"/>
            <a:ext cx="8636000" cy="369332"/>
          </a:xfrm>
          <a:prstGeom prst="rect">
            <a:avLst/>
          </a:prstGeom>
          <a:noFill/>
        </p:spPr>
        <p:txBody>
          <a:bodyPr vert="horz" wrap="square" rtlCol="0">
            <a:noAutofit/>
          </a:bodyPr>
          <a:lstStyle/>
          <a:p>
            <a:r>
              <a:rPr lang="en-IN" sz="1300" b="1">
                <a:solidFill>
                  <a:srgbClr val="F5EDE8"/>
                </a:solidFill>
                <a:latin typeface="Segoe UI" panose="020B0502040204020203" pitchFamily="34" charset="0"/>
              </a:rPr>
              <a:t>Deep Dive - Agent Mode</a:t>
            </a:r>
          </a:p>
        </p:txBody>
      </p:sp>
      <p:sp>
        <p:nvSpPr>
          <p:cNvPr id="5" name="Rectangle 4">
            <a:extLst>
              <a:ext uri="{FF2B5EF4-FFF2-40B4-BE49-F238E27FC236}">
                <a16:creationId xmlns:a16="http://schemas.microsoft.com/office/drawing/2014/main" id="{88D15E29-DAAC-AACC-B972-6E06255A6AF0}"/>
              </a:ext>
            </a:extLst>
          </p:cNvPr>
          <p:cNvSpPr/>
          <p:nvPr/>
        </p:nvSpPr>
        <p:spPr>
          <a:xfrm>
            <a:off x="254000" y="431800"/>
            <a:ext cx="8636000" cy="12700"/>
          </a:xfrm>
          <a:prstGeom prst="rect">
            <a:avLst/>
          </a:prstGeom>
          <a:solidFill>
            <a:srgbClr val="5034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E0B51A74-D4A1-28B6-16BA-4DF29F004145}"/>
              </a:ext>
            </a:extLst>
          </p:cNvPr>
          <p:cNvSpPr/>
          <p:nvPr/>
        </p:nvSpPr>
        <p:spPr>
          <a:xfrm>
            <a:off x="254000" y="533400"/>
            <a:ext cx="4191000" cy="1879600"/>
          </a:xfrm>
          <a:prstGeom prst="rect">
            <a:avLst/>
          </a:prstGeom>
          <a:solidFill>
            <a:srgbClr val="40271A"/>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0C384819-6E29-6614-077F-FED6492B4466}"/>
              </a:ext>
            </a:extLst>
          </p:cNvPr>
          <p:cNvSpPr txBox="1"/>
          <p:nvPr/>
        </p:nvSpPr>
        <p:spPr>
          <a:xfrm>
            <a:off x="381000" y="635000"/>
            <a:ext cx="3937000" cy="369332"/>
          </a:xfrm>
          <a:prstGeom prst="rect">
            <a:avLst/>
          </a:prstGeom>
          <a:noFill/>
        </p:spPr>
        <p:txBody>
          <a:bodyPr vert="horz" wrap="square" rtlCol="0">
            <a:noAutofit/>
          </a:bodyPr>
          <a:lstStyle/>
          <a:p>
            <a:r>
              <a:rPr lang="en-IN" sz="1000" b="1">
                <a:solidFill>
                  <a:srgbClr val="23A6F5"/>
                </a:solidFill>
                <a:latin typeface="Segoe UI" panose="020B0502040204020203" pitchFamily="34" charset="0"/>
              </a:rPr>
              <a:t>How Agent Mode Works</a:t>
            </a:r>
          </a:p>
        </p:txBody>
      </p:sp>
      <p:sp>
        <p:nvSpPr>
          <p:cNvPr id="8" name="TextBox 7">
            <a:extLst>
              <a:ext uri="{FF2B5EF4-FFF2-40B4-BE49-F238E27FC236}">
                <a16:creationId xmlns:a16="http://schemas.microsoft.com/office/drawing/2014/main" id="{B81051CC-39F9-221B-4F0D-0D7968DBE603}"/>
              </a:ext>
            </a:extLst>
          </p:cNvPr>
          <p:cNvSpPr txBox="1"/>
          <p:nvPr/>
        </p:nvSpPr>
        <p:spPr>
          <a:xfrm>
            <a:off x="381000" y="889000"/>
            <a:ext cx="3937000" cy="369332"/>
          </a:xfrm>
          <a:prstGeom prst="rect">
            <a:avLst/>
          </a:prstGeom>
          <a:noFill/>
        </p:spPr>
        <p:txBody>
          <a:bodyPr vert="horz" wrap="square" rtlCol="0">
            <a:noAutofit/>
          </a:bodyPr>
          <a:lstStyle/>
          <a:p>
            <a:r>
              <a:rPr lang="en-US" sz="800">
                <a:solidFill>
                  <a:srgbClr val="B0927A"/>
                </a:solidFill>
                <a:latin typeface="Segoe UI" panose="020B0502040204020203" pitchFamily="34" charset="0"/>
              </a:rPr>
              <a:t>Receives your task in natural language
Reads relevant files across your workspace
Makes edits, runs terminal commands, runs tests
Reads output and iterates if something fails
Continues until the task succeeds</a:t>
            </a:r>
            <a:endParaRPr lang="en-IN" sz="800">
              <a:solidFill>
                <a:srgbClr val="B0927A"/>
              </a:solidFill>
              <a:latin typeface="Segoe UI" panose="020B0502040204020203" pitchFamily="34" charset="0"/>
            </a:endParaRPr>
          </a:p>
        </p:txBody>
      </p:sp>
      <p:sp>
        <p:nvSpPr>
          <p:cNvPr id="9" name="Rectangle 8">
            <a:extLst>
              <a:ext uri="{FF2B5EF4-FFF2-40B4-BE49-F238E27FC236}">
                <a16:creationId xmlns:a16="http://schemas.microsoft.com/office/drawing/2014/main" id="{167C9048-D8D6-F03E-2788-C5A6CA6819E4}"/>
              </a:ext>
            </a:extLst>
          </p:cNvPr>
          <p:cNvSpPr/>
          <p:nvPr/>
        </p:nvSpPr>
        <p:spPr>
          <a:xfrm>
            <a:off x="4699000" y="533400"/>
            <a:ext cx="4191000" cy="1879600"/>
          </a:xfrm>
          <a:prstGeom prst="rect">
            <a:avLst/>
          </a:prstGeom>
          <a:solidFill>
            <a:srgbClr val="40271A"/>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48CF8CED-03DB-8EB6-68E8-273A270B85CF}"/>
              </a:ext>
            </a:extLst>
          </p:cNvPr>
          <p:cNvSpPr txBox="1"/>
          <p:nvPr/>
        </p:nvSpPr>
        <p:spPr>
          <a:xfrm>
            <a:off x="4826000" y="635000"/>
            <a:ext cx="3937000" cy="369332"/>
          </a:xfrm>
          <a:prstGeom prst="rect">
            <a:avLst/>
          </a:prstGeom>
          <a:noFill/>
        </p:spPr>
        <p:txBody>
          <a:bodyPr vert="horz" wrap="square" rtlCol="0">
            <a:noAutofit/>
          </a:bodyPr>
          <a:lstStyle/>
          <a:p>
            <a:r>
              <a:rPr lang="en-IN" sz="1000" b="1">
                <a:solidFill>
                  <a:srgbClr val="23A6F5"/>
                </a:solidFill>
                <a:latin typeface="Segoe UI" panose="020B0502040204020203" pitchFamily="34" charset="0"/>
              </a:rPr>
              <a:t>Tools It Can Use</a:t>
            </a:r>
          </a:p>
        </p:txBody>
      </p:sp>
      <p:sp>
        <p:nvSpPr>
          <p:cNvPr id="11" name="TextBox 10">
            <a:extLst>
              <a:ext uri="{FF2B5EF4-FFF2-40B4-BE49-F238E27FC236}">
                <a16:creationId xmlns:a16="http://schemas.microsoft.com/office/drawing/2014/main" id="{5C408EFB-D8DE-1A2F-796A-7F0990FFF2E0}"/>
              </a:ext>
            </a:extLst>
          </p:cNvPr>
          <p:cNvSpPr txBox="1"/>
          <p:nvPr/>
        </p:nvSpPr>
        <p:spPr>
          <a:xfrm>
            <a:off x="4826000" y="889000"/>
            <a:ext cx="3937000" cy="369332"/>
          </a:xfrm>
          <a:prstGeom prst="rect">
            <a:avLst/>
          </a:prstGeom>
          <a:noFill/>
        </p:spPr>
        <p:txBody>
          <a:bodyPr vert="horz" wrap="square" rtlCol="0">
            <a:noAutofit/>
          </a:bodyPr>
          <a:lstStyle/>
          <a:p>
            <a:r>
              <a:rPr lang="en-US" sz="800">
                <a:solidFill>
                  <a:srgbClr val="B0927A"/>
                </a:solidFill>
                <a:latin typeface="Segoe UI" panose="020B0502040204020203" pitchFamily="34" charset="0"/>
              </a:rPr>
              <a:t>File system: read, create, edit, rename files
Terminal: run Maven, compile, execute tests
Browser: open pages, take screenshots
Semantic search across your entire codebase
Test runner: run tests, read results inline</a:t>
            </a:r>
            <a:endParaRPr lang="en-IN" sz="800">
              <a:solidFill>
                <a:srgbClr val="B0927A"/>
              </a:solidFill>
              <a:latin typeface="Segoe UI" panose="020B0502040204020203" pitchFamily="34" charset="0"/>
            </a:endParaRPr>
          </a:p>
        </p:txBody>
      </p:sp>
      <p:sp>
        <p:nvSpPr>
          <p:cNvPr id="12" name="Rectangle 11">
            <a:extLst>
              <a:ext uri="{FF2B5EF4-FFF2-40B4-BE49-F238E27FC236}">
                <a16:creationId xmlns:a16="http://schemas.microsoft.com/office/drawing/2014/main" id="{EC97E3C5-12FA-343D-E11A-B6ACDFE63223}"/>
              </a:ext>
            </a:extLst>
          </p:cNvPr>
          <p:cNvSpPr/>
          <p:nvPr/>
        </p:nvSpPr>
        <p:spPr>
          <a:xfrm>
            <a:off x="254000" y="2540000"/>
            <a:ext cx="4191000" cy="1879600"/>
          </a:xfrm>
          <a:prstGeom prst="rect">
            <a:avLst/>
          </a:prstGeom>
          <a:solidFill>
            <a:srgbClr val="40271A"/>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014FFCF4-910C-7944-DB7E-6E09F3531176}"/>
              </a:ext>
            </a:extLst>
          </p:cNvPr>
          <p:cNvSpPr txBox="1"/>
          <p:nvPr/>
        </p:nvSpPr>
        <p:spPr>
          <a:xfrm>
            <a:off x="381000" y="2641600"/>
            <a:ext cx="3937000" cy="369332"/>
          </a:xfrm>
          <a:prstGeom prst="rect">
            <a:avLst/>
          </a:prstGeom>
          <a:noFill/>
        </p:spPr>
        <p:txBody>
          <a:bodyPr vert="horz" wrap="square" rtlCol="0">
            <a:noAutofit/>
          </a:bodyPr>
          <a:lstStyle/>
          <a:p>
            <a:r>
              <a:rPr lang="en-IN" sz="1000" b="1">
                <a:solidFill>
                  <a:srgbClr val="23A6F5"/>
                </a:solidFill>
                <a:latin typeface="Segoe UI" panose="020B0502040204020203" pitchFamily="34" charset="0"/>
              </a:rPr>
              <a:t>What Makes It Different</a:t>
            </a:r>
          </a:p>
        </p:txBody>
      </p:sp>
      <p:sp>
        <p:nvSpPr>
          <p:cNvPr id="14" name="TextBox 13">
            <a:extLst>
              <a:ext uri="{FF2B5EF4-FFF2-40B4-BE49-F238E27FC236}">
                <a16:creationId xmlns:a16="http://schemas.microsoft.com/office/drawing/2014/main" id="{7271E2DA-ACBE-259F-1EF2-91E37F572DCA}"/>
              </a:ext>
            </a:extLst>
          </p:cNvPr>
          <p:cNvSpPr txBox="1"/>
          <p:nvPr/>
        </p:nvSpPr>
        <p:spPr>
          <a:xfrm>
            <a:off x="381000" y="2895600"/>
            <a:ext cx="3937000" cy="369332"/>
          </a:xfrm>
          <a:prstGeom prst="rect">
            <a:avLst/>
          </a:prstGeom>
          <a:noFill/>
        </p:spPr>
        <p:txBody>
          <a:bodyPr vert="horz" wrap="square" rtlCol="0">
            <a:noAutofit/>
          </a:bodyPr>
          <a:lstStyle/>
          <a:p>
            <a:r>
              <a:rPr lang="en-US" sz="800">
                <a:solidFill>
                  <a:srgbClr val="B0927A"/>
                </a:solidFill>
                <a:latin typeface="Segoe UI" panose="020B0502040204020203" pitchFamily="34" charset="0"/>
              </a:rPr>
              <a:t>Not just code completion - it ACTS autonomously
Multi-step reasoning across many files at once
Self-correcting: reads errors and fixes them
Combines read plus edit plus execute in one loop</a:t>
            </a:r>
            <a:endParaRPr lang="en-IN" sz="800">
              <a:solidFill>
                <a:srgbClr val="B0927A"/>
              </a:solidFill>
              <a:latin typeface="Segoe UI" panose="020B0502040204020203" pitchFamily="34" charset="0"/>
            </a:endParaRPr>
          </a:p>
        </p:txBody>
      </p:sp>
      <p:sp>
        <p:nvSpPr>
          <p:cNvPr id="15" name="Rectangle 14">
            <a:extLst>
              <a:ext uri="{FF2B5EF4-FFF2-40B4-BE49-F238E27FC236}">
                <a16:creationId xmlns:a16="http://schemas.microsoft.com/office/drawing/2014/main" id="{7C37B024-1BD5-6C15-193E-0DBD6175930C}"/>
              </a:ext>
            </a:extLst>
          </p:cNvPr>
          <p:cNvSpPr/>
          <p:nvPr/>
        </p:nvSpPr>
        <p:spPr>
          <a:xfrm>
            <a:off x="4699000" y="2540000"/>
            <a:ext cx="4191000" cy="1879600"/>
          </a:xfrm>
          <a:prstGeom prst="rect">
            <a:avLst/>
          </a:prstGeom>
          <a:solidFill>
            <a:srgbClr val="40271A"/>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A2EA183E-A097-8445-BE68-1BB6AC143E13}"/>
              </a:ext>
            </a:extLst>
          </p:cNvPr>
          <p:cNvSpPr txBox="1"/>
          <p:nvPr/>
        </p:nvSpPr>
        <p:spPr>
          <a:xfrm>
            <a:off x="4826000" y="2641600"/>
            <a:ext cx="3937000" cy="369332"/>
          </a:xfrm>
          <a:prstGeom prst="rect">
            <a:avLst/>
          </a:prstGeom>
          <a:noFill/>
        </p:spPr>
        <p:txBody>
          <a:bodyPr vert="horz" wrap="square" rtlCol="0">
            <a:noAutofit/>
          </a:bodyPr>
          <a:lstStyle/>
          <a:p>
            <a:r>
              <a:rPr lang="en-IN" sz="1000" b="1">
                <a:solidFill>
                  <a:srgbClr val="23A6F5"/>
                </a:solidFill>
                <a:latin typeface="Segoe UI" panose="020B0502040204020203" pitchFamily="34" charset="0"/>
              </a:rPr>
              <a:t>Real Example - Inspire Framework</a:t>
            </a:r>
          </a:p>
        </p:txBody>
      </p:sp>
      <p:sp>
        <p:nvSpPr>
          <p:cNvPr id="17" name="TextBox 16">
            <a:extLst>
              <a:ext uri="{FF2B5EF4-FFF2-40B4-BE49-F238E27FC236}">
                <a16:creationId xmlns:a16="http://schemas.microsoft.com/office/drawing/2014/main" id="{107CE265-A3ED-CBB3-7114-B767EA754C71}"/>
              </a:ext>
            </a:extLst>
          </p:cNvPr>
          <p:cNvSpPr txBox="1"/>
          <p:nvPr/>
        </p:nvSpPr>
        <p:spPr>
          <a:xfrm>
            <a:off x="4826000" y="2895600"/>
            <a:ext cx="3937000" cy="369332"/>
          </a:xfrm>
          <a:prstGeom prst="rect">
            <a:avLst/>
          </a:prstGeom>
          <a:noFill/>
        </p:spPr>
        <p:txBody>
          <a:bodyPr vert="horz" wrap="square" rtlCol="0">
            <a:noAutofit/>
          </a:bodyPr>
          <a:lstStyle/>
          <a:p>
            <a:r>
              <a:rPr lang="en-IN" sz="800">
                <a:solidFill>
                  <a:srgbClr val="B0927A"/>
                </a:solidFill>
                <a:latin typeface="Segoe UI" panose="020B0502040204020203" pitchFamily="34" charset="0"/>
              </a:rPr>
              <a:t>Prompt: Add Dunkin brand to the framework
Agent automatically:
  Creates DunkinPage.java with correct @FindBy
  Adds case DUNKIN: in BrandPageFactory.java
  Creates DunkinTest.java + testng-dunkin.xml
  Runs smoke tests to verify - PASS</a:t>
            </a:r>
          </a:p>
        </p:txBody>
      </p:sp>
    </p:spTree>
    <p:extLst>
      <p:ext uri="{BB962C8B-B14F-4D97-AF65-F5344CB8AC3E}">
        <p14:creationId xmlns:p14="http://schemas.microsoft.com/office/powerpoint/2010/main" val="561881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1A5C58E-C813-6C1B-125E-AABC8E30B89E}"/>
              </a:ext>
            </a:extLst>
          </p:cNvPr>
          <p:cNvSpPr/>
          <p:nvPr/>
        </p:nvSpPr>
        <p:spPr>
          <a:xfrm>
            <a:off x="0" y="0"/>
            <a:ext cx="9144000" cy="38100"/>
          </a:xfrm>
          <a:prstGeom prst="rect">
            <a:avLst/>
          </a:prstGeom>
          <a:solidFill>
            <a:srgbClr val="23A6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C36C7667-A4AA-C7FD-299C-258FE4B2F227}"/>
              </a:ext>
            </a:extLst>
          </p:cNvPr>
          <p:cNvSpPr txBox="1"/>
          <p:nvPr/>
        </p:nvSpPr>
        <p:spPr>
          <a:xfrm>
            <a:off x="0" y="4991100"/>
            <a:ext cx="9144000" cy="369332"/>
          </a:xfrm>
          <a:prstGeom prst="rect">
            <a:avLst/>
          </a:prstGeom>
          <a:noFill/>
        </p:spPr>
        <p:txBody>
          <a:bodyPr vert="horz" wrap="square" rtlCol="0">
            <a:noAutofit/>
          </a:bodyPr>
          <a:lstStyle/>
          <a:p>
            <a:pPr algn="ctr"/>
            <a:r>
              <a:rPr lang="en-IN" sz="700">
                <a:solidFill>
                  <a:srgbClr val="503424"/>
                </a:solidFill>
                <a:latin typeface="Segoe UI" panose="020B0502040204020203" pitchFamily="34" charset="0"/>
              </a:rPr>
              <a:t>GitHub Copilot x Inspire Brands QE</a:t>
            </a:r>
          </a:p>
        </p:txBody>
      </p:sp>
      <p:sp>
        <p:nvSpPr>
          <p:cNvPr id="4" name="TextBox 3">
            <a:extLst>
              <a:ext uri="{FF2B5EF4-FFF2-40B4-BE49-F238E27FC236}">
                <a16:creationId xmlns:a16="http://schemas.microsoft.com/office/drawing/2014/main" id="{D0E6D8ED-DD3E-4E14-D1EB-CCAA659EDCB0}"/>
              </a:ext>
            </a:extLst>
          </p:cNvPr>
          <p:cNvSpPr txBox="1"/>
          <p:nvPr/>
        </p:nvSpPr>
        <p:spPr>
          <a:xfrm>
            <a:off x="254000" y="152400"/>
            <a:ext cx="8636000" cy="369332"/>
          </a:xfrm>
          <a:prstGeom prst="rect">
            <a:avLst/>
          </a:prstGeom>
          <a:noFill/>
        </p:spPr>
        <p:txBody>
          <a:bodyPr vert="horz" wrap="square" rtlCol="0">
            <a:noAutofit/>
          </a:bodyPr>
          <a:lstStyle/>
          <a:p>
            <a:r>
              <a:rPr lang="en-US" sz="1300" b="1">
                <a:solidFill>
                  <a:srgbClr val="F5EDE8"/>
                </a:solidFill>
                <a:latin typeface="Segoe UI" panose="020B0502040204020203" pitchFamily="34" charset="0"/>
              </a:rPr>
              <a:t>How to Create a Custom GitHub Copilot Agent</a:t>
            </a:r>
            <a:endParaRPr lang="en-IN" sz="1300" b="1">
              <a:solidFill>
                <a:srgbClr val="F5EDE8"/>
              </a:solidFill>
              <a:latin typeface="Segoe UI" panose="020B0502040204020203" pitchFamily="34" charset="0"/>
            </a:endParaRPr>
          </a:p>
        </p:txBody>
      </p:sp>
      <p:sp>
        <p:nvSpPr>
          <p:cNvPr id="5" name="Rectangle 4">
            <a:extLst>
              <a:ext uri="{FF2B5EF4-FFF2-40B4-BE49-F238E27FC236}">
                <a16:creationId xmlns:a16="http://schemas.microsoft.com/office/drawing/2014/main" id="{FF0C6ADB-FEFB-7D78-FE7F-BE1351BAF566}"/>
              </a:ext>
            </a:extLst>
          </p:cNvPr>
          <p:cNvSpPr/>
          <p:nvPr/>
        </p:nvSpPr>
        <p:spPr>
          <a:xfrm>
            <a:off x="254000" y="431800"/>
            <a:ext cx="8636000" cy="12700"/>
          </a:xfrm>
          <a:prstGeom prst="rect">
            <a:avLst/>
          </a:prstGeom>
          <a:solidFill>
            <a:srgbClr val="5034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1DB06FC4-13C4-BD5E-DEB4-A2D6C9ED168E}"/>
              </a:ext>
            </a:extLst>
          </p:cNvPr>
          <p:cNvSpPr/>
          <p:nvPr/>
        </p:nvSpPr>
        <p:spPr>
          <a:xfrm>
            <a:off x="254000" y="533400"/>
            <a:ext cx="1689100" cy="863600"/>
          </a:xfrm>
          <a:prstGeom prst="rect">
            <a:avLst/>
          </a:prstGeom>
          <a:solidFill>
            <a:srgbClr val="40271A"/>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557AB487-7210-E542-DAC1-4AA6E3664F25}"/>
              </a:ext>
            </a:extLst>
          </p:cNvPr>
          <p:cNvSpPr/>
          <p:nvPr/>
        </p:nvSpPr>
        <p:spPr>
          <a:xfrm>
            <a:off x="812800" y="609600"/>
            <a:ext cx="330200" cy="330200"/>
          </a:xfrm>
          <a:prstGeom prst="rect">
            <a:avLst/>
          </a:prstGeom>
          <a:solidFill>
            <a:srgbClr val="23A6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EF66D164-38DC-085E-3150-390ADBE4B792}"/>
              </a:ext>
            </a:extLst>
          </p:cNvPr>
          <p:cNvSpPr txBox="1"/>
          <p:nvPr/>
        </p:nvSpPr>
        <p:spPr>
          <a:xfrm>
            <a:off x="812800" y="609600"/>
            <a:ext cx="330200" cy="369332"/>
          </a:xfrm>
          <a:prstGeom prst="rect">
            <a:avLst/>
          </a:prstGeom>
          <a:noFill/>
        </p:spPr>
        <p:txBody>
          <a:bodyPr vert="horz" wrap="square" rtlCol="0">
            <a:noAutofit/>
          </a:bodyPr>
          <a:lstStyle/>
          <a:p>
            <a:pPr algn="ctr"/>
            <a:r>
              <a:rPr lang="en-IN" sz="1200" b="1">
                <a:solidFill>
                  <a:srgbClr val="000000"/>
                </a:solidFill>
                <a:latin typeface="Segoe UI" panose="020B0502040204020203" pitchFamily="34" charset="0"/>
              </a:rPr>
              <a:t>1</a:t>
            </a:r>
          </a:p>
        </p:txBody>
      </p:sp>
      <p:sp>
        <p:nvSpPr>
          <p:cNvPr id="9" name="TextBox 8">
            <a:extLst>
              <a:ext uri="{FF2B5EF4-FFF2-40B4-BE49-F238E27FC236}">
                <a16:creationId xmlns:a16="http://schemas.microsoft.com/office/drawing/2014/main" id="{BE1ADF8F-4472-0226-74C0-8812E87DADA4}"/>
              </a:ext>
            </a:extLst>
          </p:cNvPr>
          <p:cNvSpPr txBox="1"/>
          <p:nvPr/>
        </p:nvSpPr>
        <p:spPr>
          <a:xfrm>
            <a:off x="304800" y="990600"/>
            <a:ext cx="1587500" cy="369332"/>
          </a:xfrm>
          <a:prstGeom prst="rect">
            <a:avLst/>
          </a:prstGeom>
          <a:noFill/>
        </p:spPr>
        <p:txBody>
          <a:bodyPr vert="horz" wrap="square" rtlCol="0">
            <a:noAutofit/>
          </a:bodyPr>
          <a:lstStyle/>
          <a:p>
            <a:pPr algn="ctr"/>
            <a:r>
              <a:rPr lang="en-IN" sz="800" b="1">
                <a:solidFill>
                  <a:srgbClr val="F5EDE8"/>
                </a:solidFill>
                <a:latin typeface="Segoe UI" panose="020B0502040204020203" pitchFamily="34" charset="0"/>
              </a:rPr>
              <a:t>Open Agent Picker</a:t>
            </a:r>
          </a:p>
        </p:txBody>
      </p:sp>
      <p:sp>
        <p:nvSpPr>
          <p:cNvPr id="10" name="TextBox 9">
            <a:extLst>
              <a:ext uri="{FF2B5EF4-FFF2-40B4-BE49-F238E27FC236}">
                <a16:creationId xmlns:a16="http://schemas.microsoft.com/office/drawing/2014/main" id="{1F5CD4A6-E44B-FF56-C1F6-C07BB7C9F7FE}"/>
              </a:ext>
            </a:extLst>
          </p:cNvPr>
          <p:cNvSpPr txBox="1"/>
          <p:nvPr/>
        </p:nvSpPr>
        <p:spPr>
          <a:xfrm>
            <a:off x="304800" y="1168400"/>
            <a:ext cx="1587500" cy="369332"/>
          </a:xfrm>
          <a:prstGeom prst="rect">
            <a:avLst/>
          </a:prstGeom>
          <a:noFill/>
        </p:spPr>
        <p:txBody>
          <a:bodyPr vert="horz" wrap="square" rtlCol="0">
            <a:noAutofit/>
          </a:bodyPr>
          <a:lstStyle/>
          <a:p>
            <a:pPr algn="ctr"/>
            <a:r>
              <a:rPr lang="en-US" sz="700">
                <a:solidFill>
                  <a:srgbClr val="B0927A"/>
                </a:solidFill>
                <a:latin typeface="Segoe UI" panose="020B0502040204020203" pitchFamily="34" charset="0"/>
              </a:rPr>
              <a:t>Press @ or click Agent button then Configure Custom Agents</a:t>
            </a:r>
            <a:endParaRPr lang="en-IN" sz="700">
              <a:solidFill>
                <a:srgbClr val="B0927A"/>
              </a:solidFill>
              <a:latin typeface="Segoe UI" panose="020B0502040204020203" pitchFamily="34" charset="0"/>
            </a:endParaRPr>
          </a:p>
        </p:txBody>
      </p:sp>
      <p:sp>
        <p:nvSpPr>
          <p:cNvPr id="11" name="Rectangle 10">
            <a:extLst>
              <a:ext uri="{FF2B5EF4-FFF2-40B4-BE49-F238E27FC236}">
                <a16:creationId xmlns:a16="http://schemas.microsoft.com/office/drawing/2014/main" id="{59977574-7F50-BB17-709E-EEFD103B9E97}"/>
              </a:ext>
            </a:extLst>
          </p:cNvPr>
          <p:cNvSpPr/>
          <p:nvPr/>
        </p:nvSpPr>
        <p:spPr>
          <a:xfrm>
            <a:off x="1968500" y="533400"/>
            <a:ext cx="1689100" cy="863600"/>
          </a:xfrm>
          <a:prstGeom prst="rect">
            <a:avLst/>
          </a:prstGeom>
          <a:solidFill>
            <a:srgbClr val="40271A"/>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D3BC12DE-CD34-395E-7CD8-ED541DAF2538}"/>
              </a:ext>
            </a:extLst>
          </p:cNvPr>
          <p:cNvSpPr/>
          <p:nvPr/>
        </p:nvSpPr>
        <p:spPr>
          <a:xfrm>
            <a:off x="2527300" y="609600"/>
            <a:ext cx="330200" cy="330200"/>
          </a:xfrm>
          <a:prstGeom prst="rect">
            <a:avLst/>
          </a:prstGeom>
          <a:solidFill>
            <a:srgbClr val="23A6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4CDA1991-F498-51E1-C3C8-CB046D064631}"/>
              </a:ext>
            </a:extLst>
          </p:cNvPr>
          <p:cNvSpPr txBox="1"/>
          <p:nvPr/>
        </p:nvSpPr>
        <p:spPr>
          <a:xfrm>
            <a:off x="2527300" y="609600"/>
            <a:ext cx="330200" cy="369332"/>
          </a:xfrm>
          <a:prstGeom prst="rect">
            <a:avLst/>
          </a:prstGeom>
          <a:noFill/>
        </p:spPr>
        <p:txBody>
          <a:bodyPr vert="horz" wrap="square" rtlCol="0">
            <a:noAutofit/>
          </a:bodyPr>
          <a:lstStyle/>
          <a:p>
            <a:pPr algn="ctr"/>
            <a:r>
              <a:rPr lang="en-IN" sz="1200" b="1">
                <a:solidFill>
                  <a:srgbClr val="000000"/>
                </a:solidFill>
                <a:latin typeface="Segoe UI" panose="020B0502040204020203" pitchFamily="34" charset="0"/>
              </a:rPr>
              <a:t>2</a:t>
            </a:r>
          </a:p>
        </p:txBody>
      </p:sp>
      <p:sp>
        <p:nvSpPr>
          <p:cNvPr id="14" name="TextBox 13">
            <a:extLst>
              <a:ext uri="{FF2B5EF4-FFF2-40B4-BE49-F238E27FC236}">
                <a16:creationId xmlns:a16="http://schemas.microsoft.com/office/drawing/2014/main" id="{73F4D4F8-7384-EA48-B146-206E888D1EAB}"/>
              </a:ext>
            </a:extLst>
          </p:cNvPr>
          <p:cNvSpPr txBox="1"/>
          <p:nvPr/>
        </p:nvSpPr>
        <p:spPr>
          <a:xfrm>
            <a:off x="2019300" y="990600"/>
            <a:ext cx="1587500" cy="369332"/>
          </a:xfrm>
          <a:prstGeom prst="rect">
            <a:avLst/>
          </a:prstGeom>
          <a:noFill/>
        </p:spPr>
        <p:txBody>
          <a:bodyPr vert="horz" wrap="square" rtlCol="0">
            <a:noAutofit/>
          </a:bodyPr>
          <a:lstStyle/>
          <a:p>
            <a:pPr algn="ctr"/>
            <a:r>
              <a:rPr lang="en-IN" sz="800" b="1">
                <a:solidFill>
                  <a:srgbClr val="F5EDE8"/>
                </a:solidFill>
                <a:latin typeface="Segoe UI" panose="020B0502040204020203" pitchFamily="34" charset="0"/>
              </a:rPr>
              <a:t>Create New Agent</a:t>
            </a:r>
          </a:p>
        </p:txBody>
      </p:sp>
      <p:sp>
        <p:nvSpPr>
          <p:cNvPr id="15" name="TextBox 14">
            <a:extLst>
              <a:ext uri="{FF2B5EF4-FFF2-40B4-BE49-F238E27FC236}">
                <a16:creationId xmlns:a16="http://schemas.microsoft.com/office/drawing/2014/main" id="{BAFF7985-10F9-0DE7-5227-AF32443A384E}"/>
              </a:ext>
            </a:extLst>
          </p:cNvPr>
          <p:cNvSpPr txBox="1"/>
          <p:nvPr/>
        </p:nvSpPr>
        <p:spPr>
          <a:xfrm>
            <a:off x="2019300" y="1168400"/>
            <a:ext cx="1587500" cy="369332"/>
          </a:xfrm>
          <a:prstGeom prst="rect">
            <a:avLst/>
          </a:prstGeom>
          <a:noFill/>
        </p:spPr>
        <p:txBody>
          <a:bodyPr vert="horz" wrap="square" rtlCol="0">
            <a:noAutofit/>
          </a:bodyPr>
          <a:lstStyle/>
          <a:p>
            <a:pPr algn="ctr"/>
            <a:r>
              <a:rPr lang="en-US" sz="700">
                <a:solidFill>
                  <a:srgbClr val="B0927A"/>
                </a:solidFill>
                <a:latin typeface="Segoe UI" panose="020B0502040204020203" pitchFamily="34" charset="0"/>
              </a:rPr>
              <a:t>Click + Create new custom agent in the picker</a:t>
            </a:r>
            <a:endParaRPr lang="en-IN" sz="700">
              <a:solidFill>
                <a:srgbClr val="B0927A"/>
              </a:solidFill>
              <a:latin typeface="Segoe UI" panose="020B0502040204020203" pitchFamily="34" charset="0"/>
            </a:endParaRPr>
          </a:p>
        </p:txBody>
      </p:sp>
      <p:sp>
        <p:nvSpPr>
          <p:cNvPr id="16" name="Rectangle 15">
            <a:extLst>
              <a:ext uri="{FF2B5EF4-FFF2-40B4-BE49-F238E27FC236}">
                <a16:creationId xmlns:a16="http://schemas.microsoft.com/office/drawing/2014/main" id="{26908771-799A-BA04-3D2C-91B7FFE64296}"/>
              </a:ext>
            </a:extLst>
          </p:cNvPr>
          <p:cNvSpPr/>
          <p:nvPr/>
        </p:nvSpPr>
        <p:spPr>
          <a:xfrm>
            <a:off x="3683000" y="533400"/>
            <a:ext cx="1689100" cy="863600"/>
          </a:xfrm>
          <a:prstGeom prst="rect">
            <a:avLst/>
          </a:prstGeom>
          <a:solidFill>
            <a:srgbClr val="40271A"/>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CA88E658-8EEB-2B3F-277A-5D354FAB81E2}"/>
              </a:ext>
            </a:extLst>
          </p:cNvPr>
          <p:cNvSpPr/>
          <p:nvPr/>
        </p:nvSpPr>
        <p:spPr>
          <a:xfrm>
            <a:off x="4241800" y="609600"/>
            <a:ext cx="330200" cy="330200"/>
          </a:xfrm>
          <a:prstGeom prst="rect">
            <a:avLst/>
          </a:prstGeom>
          <a:solidFill>
            <a:srgbClr val="23A6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64389357-5689-41EF-A61C-D0F58A22C1AC}"/>
              </a:ext>
            </a:extLst>
          </p:cNvPr>
          <p:cNvSpPr txBox="1"/>
          <p:nvPr/>
        </p:nvSpPr>
        <p:spPr>
          <a:xfrm>
            <a:off x="4241800" y="609600"/>
            <a:ext cx="330200" cy="369332"/>
          </a:xfrm>
          <a:prstGeom prst="rect">
            <a:avLst/>
          </a:prstGeom>
          <a:noFill/>
        </p:spPr>
        <p:txBody>
          <a:bodyPr vert="horz" wrap="square" rtlCol="0">
            <a:noAutofit/>
          </a:bodyPr>
          <a:lstStyle/>
          <a:p>
            <a:pPr algn="ctr"/>
            <a:r>
              <a:rPr lang="en-IN" sz="1200" b="1">
                <a:solidFill>
                  <a:srgbClr val="000000"/>
                </a:solidFill>
                <a:latin typeface="Segoe UI" panose="020B0502040204020203" pitchFamily="34" charset="0"/>
              </a:rPr>
              <a:t>3</a:t>
            </a:r>
          </a:p>
        </p:txBody>
      </p:sp>
      <p:sp>
        <p:nvSpPr>
          <p:cNvPr id="19" name="TextBox 18">
            <a:extLst>
              <a:ext uri="{FF2B5EF4-FFF2-40B4-BE49-F238E27FC236}">
                <a16:creationId xmlns:a16="http://schemas.microsoft.com/office/drawing/2014/main" id="{EB5EE9FC-EFBD-1B7B-909B-4C37F98031AA}"/>
              </a:ext>
            </a:extLst>
          </p:cNvPr>
          <p:cNvSpPr txBox="1"/>
          <p:nvPr/>
        </p:nvSpPr>
        <p:spPr>
          <a:xfrm>
            <a:off x="3733800" y="990600"/>
            <a:ext cx="1587500" cy="369332"/>
          </a:xfrm>
          <a:prstGeom prst="rect">
            <a:avLst/>
          </a:prstGeom>
          <a:noFill/>
        </p:spPr>
        <p:txBody>
          <a:bodyPr vert="horz" wrap="square" rtlCol="0">
            <a:noAutofit/>
          </a:bodyPr>
          <a:lstStyle/>
          <a:p>
            <a:pPr algn="ctr"/>
            <a:r>
              <a:rPr lang="en-IN" sz="800" b="1">
                <a:solidFill>
                  <a:srgbClr val="F5EDE8"/>
                </a:solidFill>
                <a:latin typeface="Segoe UI" panose="020B0502040204020203" pitchFamily="34" charset="0"/>
              </a:rPr>
              <a:t>Choose Location</a:t>
            </a:r>
          </a:p>
        </p:txBody>
      </p:sp>
      <p:sp>
        <p:nvSpPr>
          <p:cNvPr id="20" name="TextBox 19">
            <a:extLst>
              <a:ext uri="{FF2B5EF4-FFF2-40B4-BE49-F238E27FC236}">
                <a16:creationId xmlns:a16="http://schemas.microsoft.com/office/drawing/2014/main" id="{B8489254-DCEE-3A2E-7ABD-F9B8B9A80DC4}"/>
              </a:ext>
            </a:extLst>
          </p:cNvPr>
          <p:cNvSpPr txBox="1"/>
          <p:nvPr/>
        </p:nvSpPr>
        <p:spPr>
          <a:xfrm>
            <a:off x="3733800" y="1168400"/>
            <a:ext cx="1587500" cy="369332"/>
          </a:xfrm>
          <a:prstGeom prst="rect">
            <a:avLst/>
          </a:prstGeom>
          <a:noFill/>
        </p:spPr>
        <p:txBody>
          <a:bodyPr vert="horz" wrap="square" rtlCol="0">
            <a:noAutofit/>
          </a:bodyPr>
          <a:lstStyle/>
          <a:p>
            <a:pPr algn="ctr"/>
            <a:r>
              <a:rPr lang="en-US" sz="700">
                <a:solidFill>
                  <a:srgbClr val="B0927A"/>
                </a:solidFill>
                <a:latin typeface="Segoe UI" panose="020B0502040204020203" pitchFamily="34" charset="0"/>
              </a:rPr>
              <a:t>.github/agents/ (default) shared via Git with the team</a:t>
            </a:r>
            <a:endParaRPr lang="en-IN" sz="700">
              <a:solidFill>
                <a:srgbClr val="B0927A"/>
              </a:solidFill>
              <a:latin typeface="Segoe UI" panose="020B0502040204020203" pitchFamily="34" charset="0"/>
            </a:endParaRPr>
          </a:p>
        </p:txBody>
      </p:sp>
      <p:sp>
        <p:nvSpPr>
          <p:cNvPr id="21" name="Rectangle 20">
            <a:extLst>
              <a:ext uri="{FF2B5EF4-FFF2-40B4-BE49-F238E27FC236}">
                <a16:creationId xmlns:a16="http://schemas.microsoft.com/office/drawing/2014/main" id="{2F6BDBBC-5CF8-2500-C103-E0DA4793A5EA}"/>
              </a:ext>
            </a:extLst>
          </p:cNvPr>
          <p:cNvSpPr/>
          <p:nvPr/>
        </p:nvSpPr>
        <p:spPr>
          <a:xfrm>
            <a:off x="5397500" y="533400"/>
            <a:ext cx="1689100" cy="863600"/>
          </a:xfrm>
          <a:prstGeom prst="rect">
            <a:avLst/>
          </a:prstGeom>
          <a:solidFill>
            <a:srgbClr val="40271A"/>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FCFEFA0A-9F75-D1A9-FD76-2B5EF7B12D20}"/>
              </a:ext>
            </a:extLst>
          </p:cNvPr>
          <p:cNvSpPr/>
          <p:nvPr/>
        </p:nvSpPr>
        <p:spPr>
          <a:xfrm>
            <a:off x="5956300" y="609600"/>
            <a:ext cx="330200" cy="330200"/>
          </a:xfrm>
          <a:prstGeom prst="rect">
            <a:avLst/>
          </a:prstGeom>
          <a:solidFill>
            <a:srgbClr val="23A6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B648284A-4869-A326-A469-398F386E907D}"/>
              </a:ext>
            </a:extLst>
          </p:cNvPr>
          <p:cNvSpPr txBox="1"/>
          <p:nvPr/>
        </p:nvSpPr>
        <p:spPr>
          <a:xfrm>
            <a:off x="5956300" y="609600"/>
            <a:ext cx="330200" cy="369332"/>
          </a:xfrm>
          <a:prstGeom prst="rect">
            <a:avLst/>
          </a:prstGeom>
          <a:noFill/>
        </p:spPr>
        <p:txBody>
          <a:bodyPr vert="horz" wrap="square" rtlCol="0">
            <a:noAutofit/>
          </a:bodyPr>
          <a:lstStyle/>
          <a:p>
            <a:pPr algn="ctr"/>
            <a:r>
              <a:rPr lang="en-IN" sz="1200" b="1">
                <a:solidFill>
                  <a:srgbClr val="000000"/>
                </a:solidFill>
                <a:latin typeface="Segoe UI" panose="020B0502040204020203" pitchFamily="34" charset="0"/>
              </a:rPr>
              <a:t>4</a:t>
            </a:r>
          </a:p>
        </p:txBody>
      </p:sp>
      <p:sp>
        <p:nvSpPr>
          <p:cNvPr id="24" name="TextBox 23">
            <a:extLst>
              <a:ext uri="{FF2B5EF4-FFF2-40B4-BE49-F238E27FC236}">
                <a16:creationId xmlns:a16="http://schemas.microsoft.com/office/drawing/2014/main" id="{F6D74642-42ED-B78E-167F-AAABEC5664B7}"/>
              </a:ext>
            </a:extLst>
          </p:cNvPr>
          <p:cNvSpPr txBox="1"/>
          <p:nvPr/>
        </p:nvSpPr>
        <p:spPr>
          <a:xfrm>
            <a:off x="5448300" y="990600"/>
            <a:ext cx="1587500" cy="369332"/>
          </a:xfrm>
          <a:prstGeom prst="rect">
            <a:avLst/>
          </a:prstGeom>
          <a:noFill/>
        </p:spPr>
        <p:txBody>
          <a:bodyPr vert="horz" wrap="square" rtlCol="0">
            <a:noAutofit/>
          </a:bodyPr>
          <a:lstStyle/>
          <a:p>
            <a:pPr algn="ctr"/>
            <a:r>
              <a:rPr lang="en-IN" sz="800" b="1">
                <a:solidFill>
                  <a:srgbClr val="F5EDE8"/>
                </a:solidFill>
                <a:latin typeface="Segoe UI" panose="020B0502040204020203" pitchFamily="34" charset="0"/>
              </a:rPr>
              <a:t>Fill the Template</a:t>
            </a:r>
          </a:p>
        </p:txBody>
      </p:sp>
      <p:sp>
        <p:nvSpPr>
          <p:cNvPr id="25" name="TextBox 24">
            <a:extLst>
              <a:ext uri="{FF2B5EF4-FFF2-40B4-BE49-F238E27FC236}">
                <a16:creationId xmlns:a16="http://schemas.microsoft.com/office/drawing/2014/main" id="{DA67F327-C242-479E-682C-07D9371F4E2C}"/>
              </a:ext>
            </a:extLst>
          </p:cNvPr>
          <p:cNvSpPr txBox="1"/>
          <p:nvPr/>
        </p:nvSpPr>
        <p:spPr>
          <a:xfrm>
            <a:off x="5448300" y="1168400"/>
            <a:ext cx="1587500" cy="369332"/>
          </a:xfrm>
          <a:prstGeom prst="rect">
            <a:avLst/>
          </a:prstGeom>
          <a:noFill/>
        </p:spPr>
        <p:txBody>
          <a:bodyPr vert="horz" wrap="square" rtlCol="0">
            <a:noAutofit/>
          </a:bodyPr>
          <a:lstStyle/>
          <a:p>
            <a:pPr algn="ctr"/>
            <a:r>
              <a:rPr lang="en-US" sz="700">
                <a:solidFill>
                  <a:srgbClr val="B0927A"/>
                </a:solidFill>
                <a:latin typeface="Segoe UI" panose="020B0502040204020203" pitchFamily="34" charset="0"/>
              </a:rPr>
              <a:t>Edit the .agent.md with YAML frontmatter + instructions</a:t>
            </a:r>
            <a:endParaRPr lang="en-IN" sz="700">
              <a:solidFill>
                <a:srgbClr val="B0927A"/>
              </a:solidFill>
              <a:latin typeface="Segoe UI" panose="020B0502040204020203" pitchFamily="34" charset="0"/>
            </a:endParaRPr>
          </a:p>
        </p:txBody>
      </p:sp>
      <p:sp>
        <p:nvSpPr>
          <p:cNvPr id="26" name="Rectangle 25">
            <a:extLst>
              <a:ext uri="{FF2B5EF4-FFF2-40B4-BE49-F238E27FC236}">
                <a16:creationId xmlns:a16="http://schemas.microsoft.com/office/drawing/2014/main" id="{5C691E61-5163-7CE9-C2E4-E0ABD82A109B}"/>
              </a:ext>
            </a:extLst>
          </p:cNvPr>
          <p:cNvSpPr/>
          <p:nvPr/>
        </p:nvSpPr>
        <p:spPr>
          <a:xfrm>
            <a:off x="7112000" y="533400"/>
            <a:ext cx="1689100" cy="863600"/>
          </a:xfrm>
          <a:prstGeom prst="rect">
            <a:avLst/>
          </a:prstGeom>
          <a:solidFill>
            <a:srgbClr val="40271A"/>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Rectangle 26">
            <a:extLst>
              <a:ext uri="{FF2B5EF4-FFF2-40B4-BE49-F238E27FC236}">
                <a16:creationId xmlns:a16="http://schemas.microsoft.com/office/drawing/2014/main" id="{8A7A1E30-2C7B-BF5A-3102-4B1413AE7692}"/>
              </a:ext>
            </a:extLst>
          </p:cNvPr>
          <p:cNvSpPr/>
          <p:nvPr/>
        </p:nvSpPr>
        <p:spPr>
          <a:xfrm>
            <a:off x="7670800" y="609600"/>
            <a:ext cx="330200" cy="330200"/>
          </a:xfrm>
          <a:prstGeom prst="rect">
            <a:avLst/>
          </a:prstGeom>
          <a:solidFill>
            <a:srgbClr val="23A6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extBox 27">
            <a:extLst>
              <a:ext uri="{FF2B5EF4-FFF2-40B4-BE49-F238E27FC236}">
                <a16:creationId xmlns:a16="http://schemas.microsoft.com/office/drawing/2014/main" id="{50105209-8FF0-7298-1023-D4B25CC6F1F7}"/>
              </a:ext>
            </a:extLst>
          </p:cNvPr>
          <p:cNvSpPr txBox="1"/>
          <p:nvPr/>
        </p:nvSpPr>
        <p:spPr>
          <a:xfrm>
            <a:off x="7670800" y="609600"/>
            <a:ext cx="330200" cy="369332"/>
          </a:xfrm>
          <a:prstGeom prst="rect">
            <a:avLst/>
          </a:prstGeom>
          <a:noFill/>
        </p:spPr>
        <p:txBody>
          <a:bodyPr vert="horz" wrap="square" rtlCol="0">
            <a:noAutofit/>
          </a:bodyPr>
          <a:lstStyle/>
          <a:p>
            <a:pPr algn="ctr"/>
            <a:r>
              <a:rPr lang="en-IN" sz="1200" b="1">
                <a:solidFill>
                  <a:srgbClr val="000000"/>
                </a:solidFill>
                <a:latin typeface="Segoe UI" panose="020B0502040204020203" pitchFamily="34" charset="0"/>
              </a:rPr>
              <a:t>5</a:t>
            </a:r>
          </a:p>
        </p:txBody>
      </p:sp>
      <p:sp>
        <p:nvSpPr>
          <p:cNvPr id="29" name="TextBox 28">
            <a:extLst>
              <a:ext uri="{FF2B5EF4-FFF2-40B4-BE49-F238E27FC236}">
                <a16:creationId xmlns:a16="http://schemas.microsoft.com/office/drawing/2014/main" id="{70F6DFC2-1AB6-BF5B-B10A-86E5B2D28F1C}"/>
              </a:ext>
            </a:extLst>
          </p:cNvPr>
          <p:cNvSpPr txBox="1"/>
          <p:nvPr/>
        </p:nvSpPr>
        <p:spPr>
          <a:xfrm>
            <a:off x="7162800" y="990600"/>
            <a:ext cx="1587500" cy="369332"/>
          </a:xfrm>
          <a:prstGeom prst="rect">
            <a:avLst/>
          </a:prstGeom>
          <a:noFill/>
        </p:spPr>
        <p:txBody>
          <a:bodyPr vert="horz" wrap="square" rtlCol="0">
            <a:noAutofit/>
          </a:bodyPr>
          <a:lstStyle/>
          <a:p>
            <a:pPr algn="ctr"/>
            <a:r>
              <a:rPr lang="en-IN" sz="800" b="1">
                <a:solidFill>
                  <a:srgbClr val="F5EDE8"/>
                </a:solidFill>
                <a:latin typeface="Segoe UI" panose="020B0502040204020203" pitchFamily="34" charset="0"/>
              </a:rPr>
              <a:t>Commit and Share</a:t>
            </a:r>
          </a:p>
        </p:txBody>
      </p:sp>
      <p:sp>
        <p:nvSpPr>
          <p:cNvPr id="30" name="TextBox 29">
            <a:extLst>
              <a:ext uri="{FF2B5EF4-FFF2-40B4-BE49-F238E27FC236}">
                <a16:creationId xmlns:a16="http://schemas.microsoft.com/office/drawing/2014/main" id="{66B2B695-9A9E-0E03-FCDA-2C20804E3613}"/>
              </a:ext>
            </a:extLst>
          </p:cNvPr>
          <p:cNvSpPr txBox="1"/>
          <p:nvPr/>
        </p:nvSpPr>
        <p:spPr>
          <a:xfrm>
            <a:off x="7162800" y="1168400"/>
            <a:ext cx="1587500" cy="369332"/>
          </a:xfrm>
          <a:prstGeom prst="rect">
            <a:avLst/>
          </a:prstGeom>
          <a:noFill/>
        </p:spPr>
        <p:txBody>
          <a:bodyPr vert="horz" wrap="square" rtlCol="0">
            <a:noAutofit/>
          </a:bodyPr>
          <a:lstStyle/>
          <a:p>
            <a:pPr algn="ctr"/>
            <a:r>
              <a:rPr lang="en-US" sz="700">
                <a:solidFill>
                  <a:srgbClr val="B0927A"/>
                </a:solidFill>
                <a:latin typeface="Segoe UI" panose="020B0502040204020203" pitchFamily="34" charset="0"/>
              </a:rPr>
              <a:t>git push - all teammates get the agent immediately</a:t>
            </a:r>
            <a:endParaRPr lang="en-IN" sz="700">
              <a:solidFill>
                <a:srgbClr val="B0927A"/>
              </a:solidFill>
              <a:latin typeface="Segoe UI" panose="020B0502040204020203" pitchFamily="34" charset="0"/>
            </a:endParaRPr>
          </a:p>
        </p:txBody>
      </p:sp>
      <p:pic>
        <p:nvPicPr>
          <p:cNvPr id="32" name="Picture 31">
            <a:extLst>
              <a:ext uri="{FF2B5EF4-FFF2-40B4-BE49-F238E27FC236}">
                <a16:creationId xmlns:a16="http://schemas.microsoft.com/office/drawing/2014/main" id="{685E86F3-F5E7-C11D-6205-238E7B208AAD}"/>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28600" y="1498600"/>
            <a:ext cx="4343400" cy="1016000"/>
          </a:xfrm>
          <a:prstGeom prst="rect">
            <a:avLst/>
          </a:prstGeom>
        </p:spPr>
      </p:pic>
      <p:pic>
        <p:nvPicPr>
          <p:cNvPr id="34" name="Picture 33">
            <a:extLst>
              <a:ext uri="{FF2B5EF4-FFF2-40B4-BE49-F238E27FC236}">
                <a16:creationId xmlns:a16="http://schemas.microsoft.com/office/drawing/2014/main" id="{BF1C3650-D4F9-8D99-126C-111B9E217E1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28600" y="2590800"/>
            <a:ext cx="4343400" cy="635000"/>
          </a:xfrm>
          <a:prstGeom prst="rect">
            <a:avLst/>
          </a:prstGeom>
        </p:spPr>
      </p:pic>
      <p:pic>
        <p:nvPicPr>
          <p:cNvPr id="36" name="Picture 35">
            <a:extLst>
              <a:ext uri="{FF2B5EF4-FFF2-40B4-BE49-F238E27FC236}">
                <a16:creationId xmlns:a16="http://schemas.microsoft.com/office/drawing/2014/main" id="{4CB0BA29-7C65-A963-7373-401FFF50A01F}"/>
              </a:ext>
            </a:extLst>
          </p:cNvPr>
          <p:cNvPicPr>
            <a:picLocks/>
          </p:cNvPicPr>
          <p:nvPr/>
        </p:nvPicPr>
        <p:blipFill>
          <a:blip r:embed="rId4">
            <a:extLst>
              <a:ext uri="{28A0092B-C50C-407E-A947-70E740481C1C}">
                <a14:useLocalDpi xmlns:a14="http://schemas.microsoft.com/office/drawing/2010/main" val="0"/>
              </a:ext>
            </a:extLst>
          </a:blip>
          <a:stretch>
            <a:fillRect/>
          </a:stretch>
        </p:blipFill>
        <p:spPr>
          <a:xfrm>
            <a:off x="4648200" y="1498600"/>
            <a:ext cx="4241800" cy="2895600"/>
          </a:xfrm>
          <a:prstGeom prst="rect">
            <a:avLst/>
          </a:prstGeom>
        </p:spPr>
      </p:pic>
      <p:sp>
        <p:nvSpPr>
          <p:cNvPr id="37" name="TextBox 36">
            <a:extLst>
              <a:ext uri="{FF2B5EF4-FFF2-40B4-BE49-F238E27FC236}">
                <a16:creationId xmlns:a16="http://schemas.microsoft.com/office/drawing/2014/main" id="{4C9F3035-138F-F8B1-7F41-C83E2233C931}"/>
              </a:ext>
            </a:extLst>
          </p:cNvPr>
          <p:cNvSpPr txBox="1"/>
          <p:nvPr/>
        </p:nvSpPr>
        <p:spPr>
          <a:xfrm>
            <a:off x="228600" y="1371600"/>
            <a:ext cx="2540000" cy="369332"/>
          </a:xfrm>
          <a:prstGeom prst="rect">
            <a:avLst/>
          </a:prstGeom>
          <a:noFill/>
        </p:spPr>
        <p:txBody>
          <a:bodyPr vert="horz" wrap="square" rtlCol="0">
            <a:noAutofit/>
          </a:bodyPr>
          <a:lstStyle/>
          <a:p>
            <a:r>
              <a:rPr lang="en-IN" sz="700" b="1">
                <a:solidFill>
                  <a:srgbClr val="23A6F5"/>
                </a:solidFill>
                <a:latin typeface="Segoe UI" panose="020B0502040204020203" pitchFamily="34" charset="0"/>
              </a:rPr>
              <a:t>Step 2 - Configure dialog</a:t>
            </a:r>
          </a:p>
        </p:txBody>
      </p:sp>
      <p:sp>
        <p:nvSpPr>
          <p:cNvPr id="38" name="TextBox 37">
            <a:extLst>
              <a:ext uri="{FF2B5EF4-FFF2-40B4-BE49-F238E27FC236}">
                <a16:creationId xmlns:a16="http://schemas.microsoft.com/office/drawing/2014/main" id="{602D7C50-AA75-D325-777B-AEFD8D5F9488}"/>
              </a:ext>
            </a:extLst>
          </p:cNvPr>
          <p:cNvSpPr txBox="1"/>
          <p:nvPr/>
        </p:nvSpPr>
        <p:spPr>
          <a:xfrm>
            <a:off x="228600" y="2463800"/>
            <a:ext cx="2540000" cy="369332"/>
          </a:xfrm>
          <a:prstGeom prst="rect">
            <a:avLst/>
          </a:prstGeom>
          <a:noFill/>
        </p:spPr>
        <p:txBody>
          <a:bodyPr vert="horz" wrap="square" rtlCol="0">
            <a:noAutofit/>
          </a:bodyPr>
          <a:lstStyle/>
          <a:p>
            <a:r>
              <a:rPr lang="en-IN" sz="700" b="1">
                <a:solidFill>
                  <a:srgbClr val="23A6F5"/>
                </a:solidFill>
                <a:latin typeface="Segoe UI" panose="020B0502040204020203" pitchFamily="34" charset="0"/>
              </a:rPr>
              <a:t>Step 3 - Location picker</a:t>
            </a:r>
          </a:p>
        </p:txBody>
      </p:sp>
      <p:sp>
        <p:nvSpPr>
          <p:cNvPr id="39" name="TextBox 38">
            <a:extLst>
              <a:ext uri="{FF2B5EF4-FFF2-40B4-BE49-F238E27FC236}">
                <a16:creationId xmlns:a16="http://schemas.microsoft.com/office/drawing/2014/main" id="{7F66484C-5AE9-2D60-D01A-D9A44D6B74D0}"/>
              </a:ext>
            </a:extLst>
          </p:cNvPr>
          <p:cNvSpPr txBox="1"/>
          <p:nvPr/>
        </p:nvSpPr>
        <p:spPr>
          <a:xfrm>
            <a:off x="4648200" y="1371600"/>
            <a:ext cx="3175000" cy="369332"/>
          </a:xfrm>
          <a:prstGeom prst="rect">
            <a:avLst/>
          </a:prstGeom>
          <a:noFill/>
        </p:spPr>
        <p:txBody>
          <a:bodyPr vert="horz" wrap="square" rtlCol="0">
            <a:noAutofit/>
          </a:bodyPr>
          <a:lstStyle/>
          <a:p>
            <a:r>
              <a:rPr lang="en-US" sz="700" b="1">
                <a:solidFill>
                  <a:srgbClr val="23A6F5"/>
                </a:solidFill>
                <a:latin typeface="Segoe UI" panose="020B0502040204020203" pitchFamily="34" charset="0"/>
              </a:rPr>
              <a:t>Step 4 - Template in VS Code</a:t>
            </a:r>
            <a:endParaRPr lang="en-IN" sz="700" b="1">
              <a:solidFill>
                <a:srgbClr val="23A6F5"/>
              </a:solidFill>
              <a:latin typeface="Segoe UI" panose="020B0502040204020203" pitchFamily="34" charset="0"/>
            </a:endParaRPr>
          </a:p>
        </p:txBody>
      </p:sp>
    </p:spTree>
    <p:extLst>
      <p:ext uri="{BB962C8B-B14F-4D97-AF65-F5344CB8AC3E}">
        <p14:creationId xmlns:p14="http://schemas.microsoft.com/office/powerpoint/2010/main" val="7253866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B75C3BC-8525-379F-485A-9DC92BAF701F}"/>
              </a:ext>
            </a:extLst>
          </p:cNvPr>
          <p:cNvSpPr/>
          <p:nvPr/>
        </p:nvSpPr>
        <p:spPr>
          <a:xfrm>
            <a:off x="0" y="0"/>
            <a:ext cx="9144000" cy="38100"/>
          </a:xfrm>
          <a:prstGeom prst="rect">
            <a:avLst/>
          </a:prstGeom>
          <a:solidFill>
            <a:srgbClr val="23A6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A66DE95D-D62A-12DF-57CB-1CF9F8089F2D}"/>
              </a:ext>
            </a:extLst>
          </p:cNvPr>
          <p:cNvSpPr txBox="1"/>
          <p:nvPr/>
        </p:nvSpPr>
        <p:spPr>
          <a:xfrm>
            <a:off x="0" y="4991100"/>
            <a:ext cx="9144000" cy="369332"/>
          </a:xfrm>
          <a:prstGeom prst="rect">
            <a:avLst/>
          </a:prstGeom>
          <a:noFill/>
        </p:spPr>
        <p:txBody>
          <a:bodyPr vert="horz" wrap="square" rtlCol="0">
            <a:noAutofit/>
          </a:bodyPr>
          <a:lstStyle/>
          <a:p>
            <a:pPr algn="ctr"/>
            <a:r>
              <a:rPr lang="en-IN" sz="700">
                <a:solidFill>
                  <a:srgbClr val="503424"/>
                </a:solidFill>
                <a:latin typeface="Segoe UI" panose="020B0502040204020203" pitchFamily="34" charset="0"/>
              </a:rPr>
              <a:t>GitHub Copilot x Inspire Brands QE</a:t>
            </a:r>
          </a:p>
        </p:txBody>
      </p:sp>
      <p:sp>
        <p:nvSpPr>
          <p:cNvPr id="4" name="TextBox 3">
            <a:extLst>
              <a:ext uri="{FF2B5EF4-FFF2-40B4-BE49-F238E27FC236}">
                <a16:creationId xmlns:a16="http://schemas.microsoft.com/office/drawing/2014/main" id="{FB5D8F67-958E-1C1F-1D19-0C0F21A8F181}"/>
              </a:ext>
            </a:extLst>
          </p:cNvPr>
          <p:cNvSpPr txBox="1"/>
          <p:nvPr/>
        </p:nvSpPr>
        <p:spPr>
          <a:xfrm>
            <a:off x="254000" y="152400"/>
            <a:ext cx="8636000" cy="369332"/>
          </a:xfrm>
          <a:prstGeom prst="rect">
            <a:avLst/>
          </a:prstGeom>
          <a:noFill/>
        </p:spPr>
        <p:txBody>
          <a:bodyPr vert="horz" wrap="square" rtlCol="0">
            <a:noAutofit/>
          </a:bodyPr>
          <a:lstStyle/>
          <a:p>
            <a:r>
              <a:rPr lang="en-US" sz="1300" b="1">
                <a:solidFill>
                  <a:srgbClr val="F5EDE8"/>
                </a:solidFill>
                <a:latin typeface="Segoe UI" panose="020B0502040204020203" pitchFamily="34" charset="0"/>
              </a:rPr>
              <a:t>Necessary Components of a Custom Agent File</a:t>
            </a:r>
            <a:endParaRPr lang="en-IN" sz="1300" b="1">
              <a:solidFill>
                <a:srgbClr val="F5EDE8"/>
              </a:solidFill>
              <a:latin typeface="Segoe UI" panose="020B0502040204020203" pitchFamily="34" charset="0"/>
            </a:endParaRPr>
          </a:p>
        </p:txBody>
      </p:sp>
      <p:sp>
        <p:nvSpPr>
          <p:cNvPr id="5" name="Rectangle 4">
            <a:extLst>
              <a:ext uri="{FF2B5EF4-FFF2-40B4-BE49-F238E27FC236}">
                <a16:creationId xmlns:a16="http://schemas.microsoft.com/office/drawing/2014/main" id="{DB9E03D0-4DCD-A7D0-F054-FCEC281FCAC6}"/>
              </a:ext>
            </a:extLst>
          </p:cNvPr>
          <p:cNvSpPr/>
          <p:nvPr/>
        </p:nvSpPr>
        <p:spPr>
          <a:xfrm>
            <a:off x="254000" y="431800"/>
            <a:ext cx="8636000" cy="12700"/>
          </a:xfrm>
          <a:prstGeom prst="rect">
            <a:avLst/>
          </a:prstGeom>
          <a:solidFill>
            <a:srgbClr val="5034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A361CFCA-744B-648E-D9A1-795A2D9B8669}"/>
              </a:ext>
            </a:extLst>
          </p:cNvPr>
          <p:cNvSpPr/>
          <p:nvPr/>
        </p:nvSpPr>
        <p:spPr>
          <a:xfrm>
            <a:off x="254000" y="533400"/>
            <a:ext cx="2768600" cy="1752600"/>
          </a:xfrm>
          <a:prstGeom prst="rect">
            <a:avLst/>
          </a:prstGeom>
          <a:solidFill>
            <a:srgbClr val="40271A"/>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48CB8713-60DE-BED9-DE9B-2634BFFEDE79}"/>
              </a:ext>
            </a:extLst>
          </p:cNvPr>
          <p:cNvSpPr txBox="1"/>
          <p:nvPr/>
        </p:nvSpPr>
        <p:spPr>
          <a:xfrm>
            <a:off x="355600" y="635000"/>
            <a:ext cx="2540000" cy="369332"/>
          </a:xfrm>
          <a:prstGeom prst="rect">
            <a:avLst/>
          </a:prstGeom>
          <a:noFill/>
        </p:spPr>
        <p:txBody>
          <a:bodyPr vert="horz" wrap="square" rtlCol="0">
            <a:noAutofit/>
          </a:bodyPr>
          <a:lstStyle/>
          <a:p>
            <a:r>
              <a:rPr lang="en-IN" sz="1000" b="1">
                <a:solidFill>
                  <a:srgbClr val="23A6F5"/>
                </a:solidFill>
                <a:latin typeface="Segoe UI" panose="020B0502040204020203" pitchFamily="34" charset="0"/>
              </a:rPr>
              <a:t>YAML Frontmatter (Required)</a:t>
            </a:r>
          </a:p>
        </p:txBody>
      </p:sp>
      <p:sp>
        <p:nvSpPr>
          <p:cNvPr id="8" name="TextBox 7">
            <a:extLst>
              <a:ext uri="{FF2B5EF4-FFF2-40B4-BE49-F238E27FC236}">
                <a16:creationId xmlns:a16="http://schemas.microsoft.com/office/drawing/2014/main" id="{F68912A2-0040-F26F-5861-9F91326601B7}"/>
              </a:ext>
            </a:extLst>
          </p:cNvPr>
          <p:cNvSpPr txBox="1"/>
          <p:nvPr/>
        </p:nvSpPr>
        <p:spPr>
          <a:xfrm>
            <a:off x="355600" y="914400"/>
            <a:ext cx="2540000" cy="369332"/>
          </a:xfrm>
          <a:prstGeom prst="rect">
            <a:avLst/>
          </a:prstGeom>
          <a:noFill/>
        </p:spPr>
        <p:txBody>
          <a:bodyPr vert="horz" wrap="square" rtlCol="0">
            <a:noAutofit/>
          </a:bodyPr>
          <a:lstStyle/>
          <a:p>
            <a:r>
              <a:rPr lang="en-US" sz="800">
                <a:solidFill>
                  <a:srgbClr val="B0927A"/>
                </a:solidFill>
                <a:latin typeface="Segoe UI" panose="020B0502040204020203" pitchFamily="34" charset="0"/>
              </a:rPr>
              <a:t>name, description, tools list, argument-hint
Declares the agent identity and permissions
Users see permissions before running the agent</a:t>
            </a:r>
            <a:endParaRPr lang="en-IN" sz="800">
              <a:solidFill>
                <a:srgbClr val="B0927A"/>
              </a:solidFill>
              <a:latin typeface="Segoe UI" panose="020B0502040204020203" pitchFamily="34" charset="0"/>
            </a:endParaRPr>
          </a:p>
        </p:txBody>
      </p:sp>
      <p:sp>
        <p:nvSpPr>
          <p:cNvPr id="9" name="Rectangle 8">
            <a:extLst>
              <a:ext uri="{FF2B5EF4-FFF2-40B4-BE49-F238E27FC236}">
                <a16:creationId xmlns:a16="http://schemas.microsoft.com/office/drawing/2014/main" id="{CDB88599-6E25-0E0C-AC6B-820DAB4DCE78}"/>
              </a:ext>
            </a:extLst>
          </p:cNvPr>
          <p:cNvSpPr/>
          <p:nvPr/>
        </p:nvSpPr>
        <p:spPr>
          <a:xfrm>
            <a:off x="3048000" y="533400"/>
            <a:ext cx="2768600" cy="1752600"/>
          </a:xfrm>
          <a:prstGeom prst="rect">
            <a:avLst/>
          </a:prstGeom>
          <a:solidFill>
            <a:srgbClr val="40271A"/>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BBB057EB-8DEB-D749-C245-D55A26E273F0}"/>
              </a:ext>
            </a:extLst>
          </p:cNvPr>
          <p:cNvSpPr txBox="1"/>
          <p:nvPr/>
        </p:nvSpPr>
        <p:spPr>
          <a:xfrm>
            <a:off x="3149600" y="635000"/>
            <a:ext cx="2540000" cy="369332"/>
          </a:xfrm>
          <a:prstGeom prst="rect">
            <a:avLst/>
          </a:prstGeom>
          <a:noFill/>
        </p:spPr>
        <p:txBody>
          <a:bodyPr vert="horz" wrap="square" rtlCol="0">
            <a:noAutofit/>
          </a:bodyPr>
          <a:lstStyle/>
          <a:p>
            <a:r>
              <a:rPr lang="en-IN" sz="1000" b="1">
                <a:solidFill>
                  <a:srgbClr val="23A6F5"/>
                </a:solidFill>
                <a:latin typeface="Segoe UI" panose="020B0502040204020203" pitchFamily="34" charset="0"/>
              </a:rPr>
              <a:t>Tools Permissions</a:t>
            </a:r>
          </a:p>
        </p:txBody>
      </p:sp>
      <p:sp>
        <p:nvSpPr>
          <p:cNvPr id="11" name="TextBox 10">
            <a:extLst>
              <a:ext uri="{FF2B5EF4-FFF2-40B4-BE49-F238E27FC236}">
                <a16:creationId xmlns:a16="http://schemas.microsoft.com/office/drawing/2014/main" id="{E3C8FA05-14A1-8814-5214-0814DD74464A}"/>
              </a:ext>
            </a:extLst>
          </p:cNvPr>
          <p:cNvSpPr txBox="1"/>
          <p:nvPr/>
        </p:nvSpPr>
        <p:spPr>
          <a:xfrm>
            <a:off x="3149600" y="914400"/>
            <a:ext cx="2540000" cy="369332"/>
          </a:xfrm>
          <a:prstGeom prst="rect">
            <a:avLst/>
          </a:prstGeom>
          <a:noFill/>
        </p:spPr>
        <p:txBody>
          <a:bodyPr vert="horz" wrap="square" rtlCol="0">
            <a:noAutofit/>
          </a:bodyPr>
          <a:lstStyle/>
          <a:p>
            <a:r>
              <a:rPr lang="en-US" sz="800">
                <a:solidFill>
                  <a:srgbClr val="B0927A"/>
                </a:solidFill>
                <a:latin typeface="Segoe UI" panose="020B0502040204020203" pitchFamily="34" charset="0"/>
              </a:rPr>
              <a:t>Explicitly declare only what the agent needs
Groups: vscode, execute, read, edit, search, web
Principle of least privilege - nothing extra</a:t>
            </a:r>
            <a:endParaRPr lang="en-IN" sz="800">
              <a:solidFill>
                <a:srgbClr val="B0927A"/>
              </a:solidFill>
              <a:latin typeface="Segoe UI" panose="020B0502040204020203" pitchFamily="34" charset="0"/>
            </a:endParaRPr>
          </a:p>
        </p:txBody>
      </p:sp>
      <p:sp>
        <p:nvSpPr>
          <p:cNvPr id="12" name="Rectangle 11">
            <a:extLst>
              <a:ext uri="{FF2B5EF4-FFF2-40B4-BE49-F238E27FC236}">
                <a16:creationId xmlns:a16="http://schemas.microsoft.com/office/drawing/2014/main" id="{144E4DCD-715E-0DFD-9285-4F9D1D345D41}"/>
              </a:ext>
            </a:extLst>
          </p:cNvPr>
          <p:cNvSpPr/>
          <p:nvPr/>
        </p:nvSpPr>
        <p:spPr>
          <a:xfrm>
            <a:off x="5842000" y="533400"/>
            <a:ext cx="2768600" cy="1752600"/>
          </a:xfrm>
          <a:prstGeom prst="rect">
            <a:avLst/>
          </a:prstGeom>
          <a:solidFill>
            <a:srgbClr val="40271A"/>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D37134C0-C05C-5DD4-B981-02421B38B9E9}"/>
              </a:ext>
            </a:extLst>
          </p:cNvPr>
          <p:cNvSpPr txBox="1"/>
          <p:nvPr/>
        </p:nvSpPr>
        <p:spPr>
          <a:xfrm>
            <a:off x="5943600" y="635000"/>
            <a:ext cx="2540000" cy="369332"/>
          </a:xfrm>
          <a:prstGeom prst="rect">
            <a:avLst/>
          </a:prstGeom>
          <a:noFill/>
        </p:spPr>
        <p:txBody>
          <a:bodyPr vert="horz" wrap="square" rtlCol="0">
            <a:noAutofit/>
          </a:bodyPr>
          <a:lstStyle/>
          <a:p>
            <a:r>
              <a:rPr lang="en-IN" sz="1000" b="1">
                <a:solidFill>
                  <a:srgbClr val="23A6F5"/>
                </a:solidFill>
                <a:latin typeface="Segoe UI" panose="020B0502040204020203" pitchFamily="34" charset="0"/>
              </a:rPr>
              <a:t>Mandatory Rules Section</a:t>
            </a:r>
          </a:p>
        </p:txBody>
      </p:sp>
      <p:sp>
        <p:nvSpPr>
          <p:cNvPr id="14" name="TextBox 13">
            <a:extLst>
              <a:ext uri="{FF2B5EF4-FFF2-40B4-BE49-F238E27FC236}">
                <a16:creationId xmlns:a16="http://schemas.microsoft.com/office/drawing/2014/main" id="{D532735B-607C-1C04-BD0B-496E5BE0A487}"/>
              </a:ext>
            </a:extLst>
          </p:cNvPr>
          <p:cNvSpPr txBox="1"/>
          <p:nvPr/>
        </p:nvSpPr>
        <p:spPr>
          <a:xfrm>
            <a:off x="5943600" y="914400"/>
            <a:ext cx="2540000" cy="369332"/>
          </a:xfrm>
          <a:prstGeom prst="rect">
            <a:avLst/>
          </a:prstGeom>
          <a:noFill/>
        </p:spPr>
        <p:txBody>
          <a:bodyPr vert="horz" wrap="square" rtlCol="0">
            <a:noAutofit/>
          </a:bodyPr>
          <a:lstStyle/>
          <a:p>
            <a:r>
              <a:rPr lang="en-US" sz="800">
                <a:solidFill>
                  <a:srgbClr val="B0927A"/>
                </a:solidFill>
                <a:latin typeface="Segoe UI" panose="020B0502040204020203" pitchFamily="34" charset="0"/>
              </a:rPr>
              <a:t>NEVER-break rules in ALL-CAPS headers
Examples: always clean test, never use text()
Enforced on every single Copilot response</a:t>
            </a:r>
            <a:endParaRPr lang="en-IN" sz="800">
              <a:solidFill>
                <a:srgbClr val="B0927A"/>
              </a:solidFill>
              <a:latin typeface="Segoe UI" panose="020B0502040204020203" pitchFamily="34" charset="0"/>
            </a:endParaRPr>
          </a:p>
        </p:txBody>
      </p:sp>
      <p:sp>
        <p:nvSpPr>
          <p:cNvPr id="15" name="Rectangle 14">
            <a:extLst>
              <a:ext uri="{FF2B5EF4-FFF2-40B4-BE49-F238E27FC236}">
                <a16:creationId xmlns:a16="http://schemas.microsoft.com/office/drawing/2014/main" id="{929117D4-7821-D7CC-FB1F-390A7EC051A7}"/>
              </a:ext>
            </a:extLst>
          </p:cNvPr>
          <p:cNvSpPr/>
          <p:nvPr/>
        </p:nvSpPr>
        <p:spPr>
          <a:xfrm>
            <a:off x="254000" y="2413000"/>
            <a:ext cx="2768600" cy="1752600"/>
          </a:xfrm>
          <a:prstGeom prst="rect">
            <a:avLst/>
          </a:prstGeom>
          <a:solidFill>
            <a:srgbClr val="40271A"/>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BF8E6988-16B3-686B-4B01-8E093028BD54}"/>
              </a:ext>
            </a:extLst>
          </p:cNvPr>
          <p:cNvSpPr txBox="1"/>
          <p:nvPr/>
        </p:nvSpPr>
        <p:spPr>
          <a:xfrm>
            <a:off x="355600" y="2514600"/>
            <a:ext cx="2540000" cy="369332"/>
          </a:xfrm>
          <a:prstGeom prst="rect">
            <a:avLst/>
          </a:prstGeom>
          <a:noFill/>
        </p:spPr>
        <p:txBody>
          <a:bodyPr vert="horz" wrap="square" rtlCol="0">
            <a:noAutofit/>
          </a:bodyPr>
          <a:lstStyle/>
          <a:p>
            <a:r>
              <a:rPr lang="en-IN" sz="1000" b="1">
                <a:solidFill>
                  <a:srgbClr val="23A6F5"/>
                </a:solidFill>
                <a:latin typeface="Segoe UI" panose="020B0502040204020203" pitchFamily="34" charset="0"/>
              </a:rPr>
              <a:t>Project Structure Tree</a:t>
            </a:r>
          </a:p>
        </p:txBody>
      </p:sp>
      <p:sp>
        <p:nvSpPr>
          <p:cNvPr id="17" name="TextBox 16">
            <a:extLst>
              <a:ext uri="{FF2B5EF4-FFF2-40B4-BE49-F238E27FC236}">
                <a16:creationId xmlns:a16="http://schemas.microsoft.com/office/drawing/2014/main" id="{A890F926-F7D7-88A5-CD35-0251F285E8F5}"/>
              </a:ext>
            </a:extLst>
          </p:cNvPr>
          <p:cNvSpPr txBox="1"/>
          <p:nvPr/>
        </p:nvSpPr>
        <p:spPr>
          <a:xfrm>
            <a:off x="355600" y="2794000"/>
            <a:ext cx="2540000" cy="369332"/>
          </a:xfrm>
          <a:prstGeom prst="rect">
            <a:avLst/>
          </a:prstGeom>
          <a:noFill/>
        </p:spPr>
        <p:txBody>
          <a:bodyPr vert="horz" wrap="square" rtlCol="0">
            <a:noAutofit/>
          </a:bodyPr>
          <a:lstStyle/>
          <a:p>
            <a:r>
              <a:rPr lang="en-US" sz="800">
                <a:solidFill>
                  <a:srgbClr val="B0927A"/>
                </a:solidFill>
                <a:latin typeface="Segoe UI" panose="020B0502040204020203" pitchFamily="34" charset="0"/>
              </a:rPr>
              <a:t>Full file tree with inline annotations per file
Tells agent what each file is responsible for
Prevents wrong-file edits and hallucinations</a:t>
            </a:r>
            <a:endParaRPr lang="en-IN" sz="800">
              <a:solidFill>
                <a:srgbClr val="B0927A"/>
              </a:solidFill>
              <a:latin typeface="Segoe UI" panose="020B0502040204020203" pitchFamily="34" charset="0"/>
            </a:endParaRPr>
          </a:p>
        </p:txBody>
      </p:sp>
      <p:sp>
        <p:nvSpPr>
          <p:cNvPr id="18" name="Rectangle 17">
            <a:extLst>
              <a:ext uri="{FF2B5EF4-FFF2-40B4-BE49-F238E27FC236}">
                <a16:creationId xmlns:a16="http://schemas.microsoft.com/office/drawing/2014/main" id="{61ADC4D0-A703-1D3F-85AD-0204EC73BC30}"/>
              </a:ext>
            </a:extLst>
          </p:cNvPr>
          <p:cNvSpPr/>
          <p:nvPr/>
        </p:nvSpPr>
        <p:spPr>
          <a:xfrm>
            <a:off x="3048000" y="2413000"/>
            <a:ext cx="2768600" cy="1752600"/>
          </a:xfrm>
          <a:prstGeom prst="rect">
            <a:avLst/>
          </a:prstGeom>
          <a:solidFill>
            <a:srgbClr val="40271A"/>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EF76F79B-15F2-B9CB-5356-B9150839D86E}"/>
              </a:ext>
            </a:extLst>
          </p:cNvPr>
          <p:cNvSpPr txBox="1"/>
          <p:nvPr/>
        </p:nvSpPr>
        <p:spPr>
          <a:xfrm>
            <a:off x="3149600" y="2514600"/>
            <a:ext cx="2540000" cy="369332"/>
          </a:xfrm>
          <a:prstGeom prst="rect">
            <a:avLst/>
          </a:prstGeom>
          <a:noFill/>
        </p:spPr>
        <p:txBody>
          <a:bodyPr vert="horz" wrap="square" rtlCol="0">
            <a:noAutofit/>
          </a:bodyPr>
          <a:lstStyle/>
          <a:p>
            <a:r>
              <a:rPr lang="en-IN" sz="1000" b="1">
                <a:solidFill>
                  <a:srgbClr val="23A6F5"/>
                </a:solidFill>
                <a:latin typeface="Segoe UI" panose="020B0502040204020203" pitchFamily="34" charset="0"/>
              </a:rPr>
              <a:t>Pitfalls and Solutions</a:t>
            </a:r>
          </a:p>
        </p:txBody>
      </p:sp>
      <p:sp>
        <p:nvSpPr>
          <p:cNvPr id="20" name="TextBox 19">
            <a:extLst>
              <a:ext uri="{FF2B5EF4-FFF2-40B4-BE49-F238E27FC236}">
                <a16:creationId xmlns:a16="http://schemas.microsoft.com/office/drawing/2014/main" id="{97DAE206-1395-23E2-FC3A-A4C954D8E805}"/>
              </a:ext>
            </a:extLst>
          </p:cNvPr>
          <p:cNvSpPr txBox="1"/>
          <p:nvPr/>
        </p:nvSpPr>
        <p:spPr>
          <a:xfrm>
            <a:off x="3149600" y="2794000"/>
            <a:ext cx="2540000" cy="369332"/>
          </a:xfrm>
          <a:prstGeom prst="rect">
            <a:avLst/>
          </a:prstGeom>
          <a:noFill/>
        </p:spPr>
        <p:txBody>
          <a:bodyPr vert="horz" wrap="square" rtlCol="0">
            <a:noAutofit/>
          </a:bodyPr>
          <a:lstStyle/>
          <a:p>
            <a:r>
              <a:rPr lang="en-US" sz="800">
                <a:solidFill>
                  <a:srgbClr val="B0927A"/>
                </a:solidFill>
                <a:latin typeface="Segoe UI" panose="020B0502040204020203" pitchFamily="34" charset="0"/>
              </a:rPr>
              <a:t>Documents every hard-won bug: root cause + fix
Prevents team re-discovering same issues
Numbered P-01 to P-N for easy reference</a:t>
            </a:r>
            <a:endParaRPr lang="en-IN" sz="800">
              <a:solidFill>
                <a:srgbClr val="B0927A"/>
              </a:solidFill>
              <a:latin typeface="Segoe UI" panose="020B0502040204020203" pitchFamily="34" charset="0"/>
            </a:endParaRPr>
          </a:p>
        </p:txBody>
      </p:sp>
      <p:sp>
        <p:nvSpPr>
          <p:cNvPr id="21" name="Rectangle 20">
            <a:extLst>
              <a:ext uri="{FF2B5EF4-FFF2-40B4-BE49-F238E27FC236}">
                <a16:creationId xmlns:a16="http://schemas.microsoft.com/office/drawing/2014/main" id="{28DE2C4A-B589-5504-2794-DACF54E6FD96}"/>
              </a:ext>
            </a:extLst>
          </p:cNvPr>
          <p:cNvSpPr/>
          <p:nvPr/>
        </p:nvSpPr>
        <p:spPr>
          <a:xfrm>
            <a:off x="5842000" y="2413000"/>
            <a:ext cx="2768600" cy="1752600"/>
          </a:xfrm>
          <a:prstGeom prst="rect">
            <a:avLst/>
          </a:prstGeom>
          <a:solidFill>
            <a:srgbClr val="40271A"/>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2097CA2C-D61E-20E8-4A22-E529946AF8F2}"/>
              </a:ext>
            </a:extLst>
          </p:cNvPr>
          <p:cNvSpPr txBox="1"/>
          <p:nvPr/>
        </p:nvSpPr>
        <p:spPr>
          <a:xfrm>
            <a:off x="5943600" y="2514600"/>
            <a:ext cx="2540000" cy="369332"/>
          </a:xfrm>
          <a:prstGeom prst="rect">
            <a:avLst/>
          </a:prstGeom>
          <a:noFill/>
        </p:spPr>
        <p:txBody>
          <a:bodyPr vert="horz" wrap="square" rtlCol="0">
            <a:noAutofit/>
          </a:bodyPr>
          <a:lstStyle/>
          <a:p>
            <a:r>
              <a:rPr lang="en-IN" sz="1000" b="1">
                <a:solidFill>
                  <a:srgbClr val="23A6F5"/>
                </a:solidFill>
                <a:latin typeface="Segoe UI" panose="020B0502040204020203" pitchFamily="34" charset="0"/>
              </a:rPr>
              <a:t>Agent Behaviour Rules</a:t>
            </a:r>
          </a:p>
        </p:txBody>
      </p:sp>
      <p:sp>
        <p:nvSpPr>
          <p:cNvPr id="23" name="TextBox 22">
            <a:extLst>
              <a:ext uri="{FF2B5EF4-FFF2-40B4-BE49-F238E27FC236}">
                <a16:creationId xmlns:a16="http://schemas.microsoft.com/office/drawing/2014/main" id="{9E9CEF79-B369-B051-D16C-E5E38EA5987A}"/>
              </a:ext>
            </a:extLst>
          </p:cNvPr>
          <p:cNvSpPr txBox="1"/>
          <p:nvPr/>
        </p:nvSpPr>
        <p:spPr>
          <a:xfrm>
            <a:off x="5943600" y="2794000"/>
            <a:ext cx="2540000" cy="369332"/>
          </a:xfrm>
          <a:prstGeom prst="rect">
            <a:avLst/>
          </a:prstGeom>
          <a:noFill/>
        </p:spPr>
        <p:txBody>
          <a:bodyPr vert="horz" wrap="square" rtlCol="0">
            <a:noAutofit/>
          </a:bodyPr>
          <a:lstStyle/>
          <a:p>
            <a:r>
              <a:rPr lang="en-US" sz="800">
                <a:solidFill>
                  <a:srgbClr val="B0927A"/>
                </a:solidFill>
                <a:latin typeface="Segoe UI" panose="020B0502040204020203" pitchFamily="34" charset="0"/>
              </a:rPr>
              <a:t>Numbered constraints for every code-gen action
XPath rules, screenshot rules, brand extension rules
Same quality output from every developer</a:t>
            </a:r>
            <a:endParaRPr lang="en-IN" sz="800">
              <a:solidFill>
                <a:srgbClr val="B0927A"/>
              </a:solidFill>
              <a:latin typeface="Segoe UI" panose="020B0502040204020203" pitchFamily="34" charset="0"/>
            </a:endParaRPr>
          </a:p>
        </p:txBody>
      </p:sp>
    </p:spTree>
    <p:extLst>
      <p:ext uri="{BB962C8B-B14F-4D97-AF65-F5344CB8AC3E}">
        <p14:creationId xmlns:p14="http://schemas.microsoft.com/office/powerpoint/2010/main" val="26977709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D58D4F0-B8F3-C7DF-F71E-50CFA1BCA383}"/>
              </a:ext>
            </a:extLst>
          </p:cNvPr>
          <p:cNvSpPr/>
          <p:nvPr/>
        </p:nvSpPr>
        <p:spPr>
          <a:xfrm>
            <a:off x="0" y="0"/>
            <a:ext cx="9144000" cy="38100"/>
          </a:xfrm>
          <a:prstGeom prst="rect">
            <a:avLst/>
          </a:prstGeom>
          <a:solidFill>
            <a:srgbClr val="23A6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B2D935AB-79E4-FCB9-DBA7-B8C9CB344A46}"/>
              </a:ext>
            </a:extLst>
          </p:cNvPr>
          <p:cNvSpPr txBox="1"/>
          <p:nvPr/>
        </p:nvSpPr>
        <p:spPr>
          <a:xfrm>
            <a:off x="0" y="4991100"/>
            <a:ext cx="9144000" cy="369332"/>
          </a:xfrm>
          <a:prstGeom prst="rect">
            <a:avLst/>
          </a:prstGeom>
          <a:noFill/>
        </p:spPr>
        <p:txBody>
          <a:bodyPr vert="horz" wrap="square" rtlCol="0">
            <a:noAutofit/>
          </a:bodyPr>
          <a:lstStyle/>
          <a:p>
            <a:pPr algn="ctr"/>
            <a:r>
              <a:rPr lang="en-IN" sz="700">
                <a:solidFill>
                  <a:srgbClr val="503424"/>
                </a:solidFill>
                <a:latin typeface="Segoe UI" panose="020B0502040204020203" pitchFamily="34" charset="0"/>
              </a:rPr>
              <a:t>GitHub Copilot x Inspire Brands QE</a:t>
            </a:r>
          </a:p>
        </p:txBody>
      </p:sp>
      <p:sp>
        <p:nvSpPr>
          <p:cNvPr id="4" name="TextBox 3">
            <a:extLst>
              <a:ext uri="{FF2B5EF4-FFF2-40B4-BE49-F238E27FC236}">
                <a16:creationId xmlns:a16="http://schemas.microsoft.com/office/drawing/2014/main" id="{86E612A0-B59B-DDAE-D6FF-E545ACF6154F}"/>
              </a:ext>
            </a:extLst>
          </p:cNvPr>
          <p:cNvSpPr txBox="1"/>
          <p:nvPr/>
        </p:nvSpPr>
        <p:spPr>
          <a:xfrm>
            <a:off x="254000" y="152400"/>
            <a:ext cx="8636000" cy="369332"/>
          </a:xfrm>
          <a:prstGeom prst="rect">
            <a:avLst/>
          </a:prstGeom>
          <a:noFill/>
        </p:spPr>
        <p:txBody>
          <a:bodyPr vert="horz" wrap="square" rtlCol="0">
            <a:noAutofit/>
          </a:bodyPr>
          <a:lstStyle/>
          <a:p>
            <a:r>
              <a:rPr lang="en-US" sz="1300" b="1">
                <a:solidFill>
                  <a:srgbClr val="F5EDE8"/>
                </a:solidFill>
                <a:latin typeface="Segoe UI" panose="020B0502040204020203" pitchFamily="34" charset="0"/>
              </a:rPr>
              <a:t>Tools in the Inspire Agent - What Each Enables</a:t>
            </a:r>
            <a:endParaRPr lang="en-IN" sz="1300" b="1">
              <a:solidFill>
                <a:srgbClr val="F5EDE8"/>
              </a:solidFill>
              <a:latin typeface="Segoe UI" panose="020B0502040204020203" pitchFamily="34" charset="0"/>
            </a:endParaRPr>
          </a:p>
        </p:txBody>
      </p:sp>
      <p:sp>
        <p:nvSpPr>
          <p:cNvPr id="5" name="Rectangle 4">
            <a:extLst>
              <a:ext uri="{FF2B5EF4-FFF2-40B4-BE49-F238E27FC236}">
                <a16:creationId xmlns:a16="http://schemas.microsoft.com/office/drawing/2014/main" id="{1FF9B7F0-DACC-544B-0D3E-95FDE38456FA}"/>
              </a:ext>
            </a:extLst>
          </p:cNvPr>
          <p:cNvSpPr/>
          <p:nvPr/>
        </p:nvSpPr>
        <p:spPr>
          <a:xfrm>
            <a:off x="254000" y="431800"/>
            <a:ext cx="8636000" cy="12700"/>
          </a:xfrm>
          <a:prstGeom prst="rect">
            <a:avLst/>
          </a:prstGeom>
          <a:solidFill>
            <a:srgbClr val="5034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D8AD9C4F-F3A6-2996-34CC-6B96A1D7AEA6}"/>
              </a:ext>
            </a:extLst>
          </p:cNvPr>
          <p:cNvSpPr/>
          <p:nvPr/>
        </p:nvSpPr>
        <p:spPr>
          <a:xfrm>
            <a:off x="254000" y="533400"/>
            <a:ext cx="2895600" cy="1905000"/>
          </a:xfrm>
          <a:prstGeom prst="rect">
            <a:avLst/>
          </a:prstGeom>
          <a:solidFill>
            <a:srgbClr val="40271A"/>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6F4399B3-D461-4C7F-6B9C-55D3D6731AFE}"/>
              </a:ext>
            </a:extLst>
          </p:cNvPr>
          <p:cNvSpPr txBox="1"/>
          <p:nvPr/>
        </p:nvSpPr>
        <p:spPr>
          <a:xfrm>
            <a:off x="355600" y="635000"/>
            <a:ext cx="2667000" cy="369332"/>
          </a:xfrm>
          <a:prstGeom prst="rect">
            <a:avLst/>
          </a:prstGeom>
          <a:noFill/>
        </p:spPr>
        <p:txBody>
          <a:bodyPr vert="horz" wrap="square" rtlCol="0">
            <a:noAutofit/>
          </a:bodyPr>
          <a:lstStyle/>
          <a:p>
            <a:r>
              <a:rPr lang="en-IN" sz="1000" b="1">
                <a:solidFill>
                  <a:srgbClr val="23A6F5"/>
                </a:solidFill>
                <a:latin typeface="Segoe UI" panose="020B0502040204020203" pitchFamily="34" charset="0"/>
              </a:rPr>
              <a:t>vscode/* - IDE Integration</a:t>
            </a:r>
          </a:p>
        </p:txBody>
      </p:sp>
      <p:sp>
        <p:nvSpPr>
          <p:cNvPr id="8" name="TextBox 7">
            <a:extLst>
              <a:ext uri="{FF2B5EF4-FFF2-40B4-BE49-F238E27FC236}">
                <a16:creationId xmlns:a16="http://schemas.microsoft.com/office/drawing/2014/main" id="{F158E445-9CF7-7760-803D-10D94C30497D}"/>
              </a:ext>
            </a:extLst>
          </p:cNvPr>
          <p:cNvSpPr txBox="1"/>
          <p:nvPr/>
        </p:nvSpPr>
        <p:spPr>
          <a:xfrm>
            <a:off x="355600" y="889000"/>
            <a:ext cx="2667000" cy="369332"/>
          </a:xfrm>
          <a:prstGeom prst="rect">
            <a:avLst/>
          </a:prstGeom>
          <a:noFill/>
        </p:spPr>
        <p:txBody>
          <a:bodyPr vert="horz" wrap="square" rtlCol="0">
            <a:noAutofit/>
          </a:bodyPr>
          <a:lstStyle/>
          <a:p>
            <a:r>
              <a:rPr lang="en-US" sz="800">
                <a:solidFill>
                  <a:srgbClr val="B0927A"/>
                </a:solidFill>
                <a:latin typeface="Segoe UI" panose="020B0502040204020203" pitchFamily="34" charset="0"/>
              </a:rPr>
              <a:t>installExtension - auto-install Java Pack on clone
memory - remember clean already ran this session
runCommand - Java: Clean Workspace for stale bytecode
askQuestions - Which brand are you adding?</a:t>
            </a:r>
            <a:endParaRPr lang="en-IN" sz="800">
              <a:solidFill>
                <a:srgbClr val="B0927A"/>
              </a:solidFill>
              <a:latin typeface="Segoe UI" panose="020B0502040204020203" pitchFamily="34" charset="0"/>
            </a:endParaRPr>
          </a:p>
        </p:txBody>
      </p:sp>
      <p:sp>
        <p:nvSpPr>
          <p:cNvPr id="9" name="Rectangle 8">
            <a:extLst>
              <a:ext uri="{FF2B5EF4-FFF2-40B4-BE49-F238E27FC236}">
                <a16:creationId xmlns:a16="http://schemas.microsoft.com/office/drawing/2014/main" id="{45C71A91-F63A-CA72-0FB9-5348283CEA91}"/>
              </a:ext>
            </a:extLst>
          </p:cNvPr>
          <p:cNvSpPr/>
          <p:nvPr/>
        </p:nvSpPr>
        <p:spPr>
          <a:xfrm>
            <a:off x="3175000" y="533400"/>
            <a:ext cx="2895600" cy="1905000"/>
          </a:xfrm>
          <a:prstGeom prst="rect">
            <a:avLst/>
          </a:prstGeom>
          <a:solidFill>
            <a:srgbClr val="40271A"/>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EDE7AEB3-1A59-207F-538C-6F60CB63C70E}"/>
              </a:ext>
            </a:extLst>
          </p:cNvPr>
          <p:cNvSpPr txBox="1"/>
          <p:nvPr/>
        </p:nvSpPr>
        <p:spPr>
          <a:xfrm>
            <a:off x="3276600" y="635000"/>
            <a:ext cx="2667000" cy="369332"/>
          </a:xfrm>
          <a:prstGeom prst="rect">
            <a:avLst/>
          </a:prstGeom>
          <a:noFill/>
        </p:spPr>
        <p:txBody>
          <a:bodyPr vert="horz" wrap="square" rtlCol="0">
            <a:noAutofit/>
          </a:bodyPr>
          <a:lstStyle/>
          <a:p>
            <a:r>
              <a:rPr lang="en-IN" sz="1000" b="1">
                <a:solidFill>
                  <a:srgbClr val="23A6F5"/>
                </a:solidFill>
                <a:latin typeface="Segoe UI" panose="020B0502040204020203" pitchFamily="34" charset="0"/>
              </a:rPr>
              <a:t>execute/* - Test Execution</a:t>
            </a:r>
          </a:p>
        </p:txBody>
      </p:sp>
      <p:sp>
        <p:nvSpPr>
          <p:cNvPr id="11" name="TextBox 10">
            <a:extLst>
              <a:ext uri="{FF2B5EF4-FFF2-40B4-BE49-F238E27FC236}">
                <a16:creationId xmlns:a16="http://schemas.microsoft.com/office/drawing/2014/main" id="{C7A5A0B4-89EB-1973-237D-85AFE919C091}"/>
              </a:ext>
            </a:extLst>
          </p:cNvPr>
          <p:cNvSpPr txBox="1"/>
          <p:nvPr/>
        </p:nvSpPr>
        <p:spPr>
          <a:xfrm>
            <a:off x="3276600" y="889000"/>
            <a:ext cx="2667000" cy="369332"/>
          </a:xfrm>
          <a:prstGeom prst="rect">
            <a:avLst/>
          </a:prstGeom>
          <a:noFill/>
        </p:spPr>
        <p:txBody>
          <a:bodyPr vert="horz" wrap="square" rtlCol="0">
            <a:noAutofit/>
          </a:bodyPr>
          <a:lstStyle/>
          <a:p>
            <a:r>
              <a:rPr lang="en-US" sz="800">
                <a:solidFill>
                  <a:srgbClr val="B0927A"/>
                </a:solidFill>
                <a:latin typeface="Segoe UI" panose="020B0502040204020203" pitchFamily="34" charset="0"/>
              </a:rPr>
              <a:t>runInTerminal - .\mvnw.cmd clean test -P arbys
runTests - trigger play button per test method
testFailure - read stack traces from last run
getTerminalOutput - parse PASSED/FAILED counts</a:t>
            </a:r>
            <a:endParaRPr lang="en-IN" sz="800">
              <a:solidFill>
                <a:srgbClr val="B0927A"/>
              </a:solidFill>
              <a:latin typeface="Segoe UI" panose="020B0502040204020203" pitchFamily="34" charset="0"/>
            </a:endParaRPr>
          </a:p>
        </p:txBody>
      </p:sp>
      <p:sp>
        <p:nvSpPr>
          <p:cNvPr id="12" name="Rectangle 11">
            <a:extLst>
              <a:ext uri="{FF2B5EF4-FFF2-40B4-BE49-F238E27FC236}">
                <a16:creationId xmlns:a16="http://schemas.microsoft.com/office/drawing/2014/main" id="{17F47E81-DDA3-A6C4-F5D7-93F7EE9284B0}"/>
              </a:ext>
            </a:extLst>
          </p:cNvPr>
          <p:cNvSpPr/>
          <p:nvPr/>
        </p:nvSpPr>
        <p:spPr>
          <a:xfrm>
            <a:off x="6096000" y="533400"/>
            <a:ext cx="2895600" cy="1905000"/>
          </a:xfrm>
          <a:prstGeom prst="rect">
            <a:avLst/>
          </a:prstGeom>
          <a:solidFill>
            <a:srgbClr val="40271A"/>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0131DA60-8842-C9C1-A354-CFD2B940A53B}"/>
              </a:ext>
            </a:extLst>
          </p:cNvPr>
          <p:cNvSpPr txBox="1"/>
          <p:nvPr/>
        </p:nvSpPr>
        <p:spPr>
          <a:xfrm>
            <a:off x="6197600" y="635000"/>
            <a:ext cx="2667000" cy="369332"/>
          </a:xfrm>
          <a:prstGeom prst="rect">
            <a:avLst/>
          </a:prstGeom>
          <a:noFill/>
        </p:spPr>
        <p:txBody>
          <a:bodyPr vert="horz" wrap="square" rtlCol="0">
            <a:noAutofit/>
          </a:bodyPr>
          <a:lstStyle/>
          <a:p>
            <a:r>
              <a:rPr lang="en-IN" sz="1000" b="1">
                <a:solidFill>
                  <a:srgbClr val="23A6F5"/>
                </a:solidFill>
                <a:latin typeface="Segoe UI" panose="020B0502040204020203" pitchFamily="34" charset="0"/>
              </a:rPr>
              <a:t>read/* - Inspection</a:t>
            </a:r>
          </a:p>
        </p:txBody>
      </p:sp>
      <p:sp>
        <p:nvSpPr>
          <p:cNvPr id="14" name="TextBox 13">
            <a:extLst>
              <a:ext uri="{FF2B5EF4-FFF2-40B4-BE49-F238E27FC236}">
                <a16:creationId xmlns:a16="http://schemas.microsoft.com/office/drawing/2014/main" id="{786B6DE8-A363-FE95-4E99-7D633C976372}"/>
              </a:ext>
            </a:extLst>
          </p:cNvPr>
          <p:cNvSpPr txBox="1"/>
          <p:nvPr/>
        </p:nvSpPr>
        <p:spPr>
          <a:xfrm>
            <a:off x="6197600" y="889000"/>
            <a:ext cx="2667000" cy="369332"/>
          </a:xfrm>
          <a:prstGeom prst="rect">
            <a:avLst/>
          </a:prstGeom>
          <a:noFill/>
        </p:spPr>
        <p:txBody>
          <a:bodyPr vert="horz" wrap="square" rtlCol="0">
            <a:noAutofit/>
          </a:bodyPr>
          <a:lstStyle/>
          <a:p>
            <a:r>
              <a:rPr lang="en-US" sz="800">
                <a:solidFill>
                  <a:srgbClr val="B0927A"/>
                </a:solidFill>
                <a:latin typeface="Segoe UI" panose="020B0502040204020203" pitchFamily="34" charset="0"/>
              </a:rPr>
              <a:t>readFile - read any Java/XML/properties file
problems - see compile errors in Problems panel
terminalLastCommand - was clean already run?</a:t>
            </a:r>
            <a:endParaRPr lang="en-IN" sz="800">
              <a:solidFill>
                <a:srgbClr val="B0927A"/>
              </a:solidFill>
              <a:latin typeface="Segoe UI" panose="020B0502040204020203" pitchFamily="34" charset="0"/>
            </a:endParaRPr>
          </a:p>
        </p:txBody>
      </p:sp>
      <p:sp>
        <p:nvSpPr>
          <p:cNvPr id="15" name="Rectangle 14">
            <a:extLst>
              <a:ext uri="{FF2B5EF4-FFF2-40B4-BE49-F238E27FC236}">
                <a16:creationId xmlns:a16="http://schemas.microsoft.com/office/drawing/2014/main" id="{4A826D1A-CF85-3674-5185-420144B9849F}"/>
              </a:ext>
            </a:extLst>
          </p:cNvPr>
          <p:cNvSpPr/>
          <p:nvPr/>
        </p:nvSpPr>
        <p:spPr>
          <a:xfrm>
            <a:off x="254000" y="2540000"/>
            <a:ext cx="2895600" cy="1905000"/>
          </a:xfrm>
          <a:prstGeom prst="rect">
            <a:avLst/>
          </a:prstGeom>
          <a:solidFill>
            <a:srgbClr val="40271A"/>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TextBox 15">
            <a:extLst>
              <a:ext uri="{FF2B5EF4-FFF2-40B4-BE49-F238E27FC236}">
                <a16:creationId xmlns:a16="http://schemas.microsoft.com/office/drawing/2014/main" id="{3BF6481B-F828-E9E2-9F4E-6B9A4C03DA6E}"/>
              </a:ext>
            </a:extLst>
          </p:cNvPr>
          <p:cNvSpPr txBox="1"/>
          <p:nvPr/>
        </p:nvSpPr>
        <p:spPr>
          <a:xfrm>
            <a:off x="355600" y="2641600"/>
            <a:ext cx="2667000" cy="369332"/>
          </a:xfrm>
          <a:prstGeom prst="rect">
            <a:avLst/>
          </a:prstGeom>
          <a:noFill/>
        </p:spPr>
        <p:txBody>
          <a:bodyPr vert="horz" wrap="square" rtlCol="0">
            <a:noAutofit/>
          </a:bodyPr>
          <a:lstStyle/>
          <a:p>
            <a:r>
              <a:rPr lang="en-IN" sz="1000" b="1">
                <a:solidFill>
                  <a:srgbClr val="23A6F5"/>
                </a:solidFill>
                <a:latin typeface="Segoe UI" panose="020B0502040204020203" pitchFamily="34" charset="0"/>
              </a:rPr>
              <a:t>edit/* - Code Generation</a:t>
            </a:r>
          </a:p>
        </p:txBody>
      </p:sp>
      <p:sp>
        <p:nvSpPr>
          <p:cNvPr id="17" name="TextBox 16">
            <a:extLst>
              <a:ext uri="{FF2B5EF4-FFF2-40B4-BE49-F238E27FC236}">
                <a16:creationId xmlns:a16="http://schemas.microsoft.com/office/drawing/2014/main" id="{5E700B85-8FD6-6D18-71F3-E7D886581B8C}"/>
              </a:ext>
            </a:extLst>
          </p:cNvPr>
          <p:cNvSpPr txBox="1"/>
          <p:nvPr/>
        </p:nvSpPr>
        <p:spPr>
          <a:xfrm>
            <a:off x="355600" y="2895600"/>
            <a:ext cx="2667000" cy="369332"/>
          </a:xfrm>
          <a:prstGeom prst="rect">
            <a:avLst/>
          </a:prstGeom>
          <a:noFill/>
        </p:spPr>
        <p:txBody>
          <a:bodyPr vert="horz" wrap="square" rtlCol="0">
            <a:noAutofit/>
          </a:bodyPr>
          <a:lstStyle/>
          <a:p>
            <a:r>
              <a:rPr lang="en-IN" sz="800">
                <a:solidFill>
                  <a:srgbClr val="B0927A"/>
                </a:solidFill>
                <a:latin typeface="Segoe UI" panose="020B0502040204020203" pitchFamily="34" charset="0"/>
              </a:rPr>
              <a:t>createFile - DunkinPage.java, DunkinTest.java
editFiles - add case DUNKIN: to BrandPageFactory
createDirectory - create package directories</a:t>
            </a:r>
          </a:p>
        </p:txBody>
      </p:sp>
      <p:sp>
        <p:nvSpPr>
          <p:cNvPr id="18" name="Rectangle 17">
            <a:extLst>
              <a:ext uri="{FF2B5EF4-FFF2-40B4-BE49-F238E27FC236}">
                <a16:creationId xmlns:a16="http://schemas.microsoft.com/office/drawing/2014/main" id="{63C303F4-17FA-93DC-B1C6-653332B01899}"/>
              </a:ext>
            </a:extLst>
          </p:cNvPr>
          <p:cNvSpPr/>
          <p:nvPr/>
        </p:nvSpPr>
        <p:spPr>
          <a:xfrm>
            <a:off x="3175000" y="2540000"/>
            <a:ext cx="2895600" cy="1905000"/>
          </a:xfrm>
          <a:prstGeom prst="rect">
            <a:avLst/>
          </a:prstGeom>
          <a:solidFill>
            <a:srgbClr val="40271A"/>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TextBox 18">
            <a:extLst>
              <a:ext uri="{FF2B5EF4-FFF2-40B4-BE49-F238E27FC236}">
                <a16:creationId xmlns:a16="http://schemas.microsoft.com/office/drawing/2014/main" id="{A5DFD87F-6734-C1A4-4B7D-71538EA91C07}"/>
              </a:ext>
            </a:extLst>
          </p:cNvPr>
          <p:cNvSpPr txBox="1"/>
          <p:nvPr/>
        </p:nvSpPr>
        <p:spPr>
          <a:xfrm>
            <a:off x="3276600" y="2641600"/>
            <a:ext cx="2667000" cy="369332"/>
          </a:xfrm>
          <a:prstGeom prst="rect">
            <a:avLst/>
          </a:prstGeom>
          <a:noFill/>
        </p:spPr>
        <p:txBody>
          <a:bodyPr vert="horz" wrap="square" rtlCol="0">
            <a:noAutofit/>
          </a:bodyPr>
          <a:lstStyle/>
          <a:p>
            <a:r>
              <a:rPr lang="en-IN" sz="1000" b="1">
                <a:solidFill>
                  <a:srgbClr val="23A6F5"/>
                </a:solidFill>
                <a:latin typeface="Segoe UI" panose="020B0502040204020203" pitchFamily="34" charset="0"/>
              </a:rPr>
              <a:t>search/* - Navigation</a:t>
            </a:r>
          </a:p>
        </p:txBody>
      </p:sp>
      <p:sp>
        <p:nvSpPr>
          <p:cNvPr id="20" name="TextBox 19">
            <a:extLst>
              <a:ext uri="{FF2B5EF4-FFF2-40B4-BE49-F238E27FC236}">
                <a16:creationId xmlns:a16="http://schemas.microsoft.com/office/drawing/2014/main" id="{09A0F372-FBC1-8DF0-8549-B14D2E0F719A}"/>
              </a:ext>
            </a:extLst>
          </p:cNvPr>
          <p:cNvSpPr txBox="1"/>
          <p:nvPr/>
        </p:nvSpPr>
        <p:spPr>
          <a:xfrm>
            <a:off x="3276600" y="2895600"/>
            <a:ext cx="2667000" cy="369332"/>
          </a:xfrm>
          <a:prstGeom prst="rect">
            <a:avLst/>
          </a:prstGeom>
          <a:noFill/>
        </p:spPr>
        <p:txBody>
          <a:bodyPr vert="horz" wrap="square" rtlCol="0">
            <a:noAutofit/>
          </a:bodyPr>
          <a:lstStyle/>
          <a:p>
            <a:r>
              <a:rPr lang="en-US" sz="800">
                <a:solidFill>
                  <a:srgbClr val="B0927A"/>
                </a:solidFill>
                <a:latin typeface="Segoe UI" panose="020B0502040204020203" pitchFamily="34" charset="0"/>
              </a:rPr>
              <a:t>codebase - where is cookie banner handled?
textSearch - find all text() locators to fix
usages - who calls isVisibleAfterWait()?
changes - git diff since last run</a:t>
            </a:r>
            <a:endParaRPr lang="en-IN" sz="800">
              <a:solidFill>
                <a:srgbClr val="B0927A"/>
              </a:solidFill>
              <a:latin typeface="Segoe UI" panose="020B0502040204020203" pitchFamily="34" charset="0"/>
            </a:endParaRPr>
          </a:p>
        </p:txBody>
      </p:sp>
      <p:sp>
        <p:nvSpPr>
          <p:cNvPr id="21" name="Rectangle 20">
            <a:extLst>
              <a:ext uri="{FF2B5EF4-FFF2-40B4-BE49-F238E27FC236}">
                <a16:creationId xmlns:a16="http://schemas.microsoft.com/office/drawing/2014/main" id="{FDD2F314-CA63-7125-E4C7-5202A9A5D3D3}"/>
              </a:ext>
            </a:extLst>
          </p:cNvPr>
          <p:cNvSpPr/>
          <p:nvPr/>
        </p:nvSpPr>
        <p:spPr>
          <a:xfrm>
            <a:off x="6096000" y="2540000"/>
            <a:ext cx="2895600" cy="1905000"/>
          </a:xfrm>
          <a:prstGeom prst="rect">
            <a:avLst/>
          </a:prstGeom>
          <a:solidFill>
            <a:srgbClr val="40271A"/>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TextBox 21">
            <a:extLst>
              <a:ext uri="{FF2B5EF4-FFF2-40B4-BE49-F238E27FC236}">
                <a16:creationId xmlns:a16="http://schemas.microsoft.com/office/drawing/2014/main" id="{69E50C07-2861-A7D4-4F4A-962FC3CCDEC9}"/>
              </a:ext>
            </a:extLst>
          </p:cNvPr>
          <p:cNvSpPr txBox="1"/>
          <p:nvPr/>
        </p:nvSpPr>
        <p:spPr>
          <a:xfrm>
            <a:off x="6197600" y="2641600"/>
            <a:ext cx="2667000" cy="369332"/>
          </a:xfrm>
          <a:prstGeom prst="rect">
            <a:avLst/>
          </a:prstGeom>
          <a:noFill/>
        </p:spPr>
        <p:txBody>
          <a:bodyPr vert="horz" wrap="square" rtlCol="0">
            <a:noAutofit/>
          </a:bodyPr>
          <a:lstStyle/>
          <a:p>
            <a:r>
              <a:rPr lang="en-IN" sz="1000" b="1">
                <a:solidFill>
                  <a:srgbClr val="23A6F5"/>
                </a:solidFill>
                <a:latin typeface="Segoe UI" panose="020B0502040204020203" pitchFamily="34" charset="0"/>
              </a:rPr>
              <a:t>web/* and agent/*</a:t>
            </a:r>
          </a:p>
        </p:txBody>
      </p:sp>
      <p:sp>
        <p:nvSpPr>
          <p:cNvPr id="23" name="TextBox 22">
            <a:extLst>
              <a:ext uri="{FF2B5EF4-FFF2-40B4-BE49-F238E27FC236}">
                <a16:creationId xmlns:a16="http://schemas.microsoft.com/office/drawing/2014/main" id="{3AB75F7E-930B-73AE-9F06-372CB03FEEB9}"/>
              </a:ext>
            </a:extLst>
          </p:cNvPr>
          <p:cNvSpPr txBox="1"/>
          <p:nvPr/>
        </p:nvSpPr>
        <p:spPr>
          <a:xfrm>
            <a:off x="6197600" y="2895600"/>
            <a:ext cx="2667000" cy="369332"/>
          </a:xfrm>
          <a:prstGeom prst="rect">
            <a:avLst/>
          </a:prstGeom>
          <a:noFill/>
        </p:spPr>
        <p:txBody>
          <a:bodyPr vert="horz" wrap="square" rtlCol="0">
            <a:noAutofit/>
          </a:bodyPr>
          <a:lstStyle/>
          <a:p>
            <a:r>
              <a:rPr lang="en-IN" sz="800">
                <a:solidFill>
                  <a:srgbClr val="B0927A"/>
                </a:solidFill>
                <a:latin typeface="Segoe UI" panose="020B0502040204020203" pitchFamily="34" charset="0"/>
              </a:rPr>
              <a:t>web/fetch - inspect live page DOM for locators
browser/openBrowserPage - open Extent report
agent/runSubagent - delegate complex tasks
todo - track multi-step task progress</a:t>
            </a:r>
          </a:p>
        </p:txBody>
      </p:sp>
      <p:pic>
        <p:nvPicPr>
          <p:cNvPr id="25" name="Picture 24">
            <a:extLst>
              <a:ext uri="{FF2B5EF4-FFF2-40B4-BE49-F238E27FC236}">
                <a16:creationId xmlns:a16="http://schemas.microsoft.com/office/drawing/2014/main" id="{F4489CDC-19BD-5D03-9979-FC10015D90A3}"/>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254000" y="4521200"/>
            <a:ext cx="8636000" cy="457200"/>
          </a:xfrm>
          <a:prstGeom prst="rect">
            <a:avLst/>
          </a:prstGeom>
        </p:spPr>
      </p:pic>
    </p:spTree>
    <p:extLst>
      <p:ext uri="{BB962C8B-B14F-4D97-AF65-F5344CB8AC3E}">
        <p14:creationId xmlns:p14="http://schemas.microsoft.com/office/powerpoint/2010/main" val="18181149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9D51C2-038B-86DC-B5D4-5FE06C83990F}"/>
              </a:ext>
            </a:extLst>
          </p:cNvPr>
          <p:cNvSpPr/>
          <p:nvPr/>
        </p:nvSpPr>
        <p:spPr>
          <a:xfrm>
            <a:off x="0" y="0"/>
            <a:ext cx="9144000" cy="38100"/>
          </a:xfrm>
          <a:prstGeom prst="rect">
            <a:avLst/>
          </a:prstGeom>
          <a:solidFill>
            <a:srgbClr val="23A6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D8592C7F-831C-E690-5936-183C8FBCC017}"/>
              </a:ext>
            </a:extLst>
          </p:cNvPr>
          <p:cNvSpPr txBox="1"/>
          <p:nvPr/>
        </p:nvSpPr>
        <p:spPr>
          <a:xfrm>
            <a:off x="0" y="4991100"/>
            <a:ext cx="9144000" cy="369332"/>
          </a:xfrm>
          <a:prstGeom prst="rect">
            <a:avLst/>
          </a:prstGeom>
          <a:noFill/>
        </p:spPr>
        <p:txBody>
          <a:bodyPr vert="horz" wrap="square" rtlCol="0">
            <a:noAutofit/>
          </a:bodyPr>
          <a:lstStyle/>
          <a:p>
            <a:pPr algn="ctr"/>
            <a:r>
              <a:rPr lang="en-IN" sz="700">
                <a:solidFill>
                  <a:srgbClr val="503424"/>
                </a:solidFill>
                <a:latin typeface="Segoe UI" panose="020B0502040204020203" pitchFamily="34" charset="0"/>
              </a:rPr>
              <a:t>GitHub Copilot x Inspire Brands QE</a:t>
            </a:r>
          </a:p>
        </p:txBody>
      </p:sp>
      <p:sp>
        <p:nvSpPr>
          <p:cNvPr id="4" name="TextBox 3">
            <a:extLst>
              <a:ext uri="{FF2B5EF4-FFF2-40B4-BE49-F238E27FC236}">
                <a16:creationId xmlns:a16="http://schemas.microsoft.com/office/drawing/2014/main" id="{3DC762EB-19BD-92E0-A9AE-90F12C1ACB0E}"/>
              </a:ext>
            </a:extLst>
          </p:cNvPr>
          <p:cNvSpPr txBox="1"/>
          <p:nvPr/>
        </p:nvSpPr>
        <p:spPr>
          <a:xfrm>
            <a:off x="254000" y="152400"/>
            <a:ext cx="8636000" cy="369332"/>
          </a:xfrm>
          <a:prstGeom prst="rect">
            <a:avLst/>
          </a:prstGeom>
          <a:noFill/>
        </p:spPr>
        <p:txBody>
          <a:bodyPr vert="horz" wrap="square" rtlCol="0">
            <a:noAutofit/>
          </a:bodyPr>
          <a:lstStyle/>
          <a:p>
            <a:r>
              <a:rPr lang="en-US" sz="1300" b="1">
                <a:solidFill>
                  <a:srgbClr val="F5EDE8"/>
                </a:solidFill>
                <a:latin typeface="Segoe UI" panose="020B0502040204020203" pitchFamily="34" charset="0"/>
              </a:rPr>
              <a:t>Key Sections in the Inspire Franchise Agent</a:t>
            </a:r>
            <a:endParaRPr lang="en-IN" sz="1300" b="1">
              <a:solidFill>
                <a:srgbClr val="F5EDE8"/>
              </a:solidFill>
              <a:latin typeface="Segoe UI" panose="020B0502040204020203" pitchFamily="34" charset="0"/>
            </a:endParaRPr>
          </a:p>
        </p:txBody>
      </p:sp>
      <p:sp>
        <p:nvSpPr>
          <p:cNvPr id="5" name="Rectangle 4">
            <a:extLst>
              <a:ext uri="{FF2B5EF4-FFF2-40B4-BE49-F238E27FC236}">
                <a16:creationId xmlns:a16="http://schemas.microsoft.com/office/drawing/2014/main" id="{86AA1D9B-C4E6-DC26-47C8-33F7D050B2A9}"/>
              </a:ext>
            </a:extLst>
          </p:cNvPr>
          <p:cNvSpPr/>
          <p:nvPr/>
        </p:nvSpPr>
        <p:spPr>
          <a:xfrm>
            <a:off x="254000" y="431800"/>
            <a:ext cx="8636000" cy="12700"/>
          </a:xfrm>
          <a:prstGeom prst="rect">
            <a:avLst/>
          </a:prstGeom>
          <a:solidFill>
            <a:srgbClr val="5034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EF1515E0-5FAC-1326-0C29-FE54ADD17468}"/>
              </a:ext>
            </a:extLst>
          </p:cNvPr>
          <p:cNvSpPr/>
          <p:nvPr/>
        </p:nvSpPr>
        <p:spPr>
          <a:xfrm>
            <a:off x="254000" y="508000"/>
            <a:ext cx="3657600" cy="228600"/>
          </a:xfrm>
          <a:prstGeom prst="rect">
            <a:avLst/>
          </a:prstGeom>
          <a:solidFill>
            <a:srgbClr val="4027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AC5D638B-205A-F3F5-84C6-9993AD2176C9}"/>
              </a:ext>
            </a:extLst>
          </p:cNvPr>
          <p:cNvSpPr/>
          <p:nvPr/>
        </p:nvSpPr>
        <p:spPr>
          <a:xfrm>
            <a:off x="3937000" y="508000"/>
            <a:ext cx="2743200" cy="228600"/>
          </a:xfrm>
          <a:prstGeom prst="rect">
            <a:avLst/>
          </a:prstGeom>
          <a:solidFill>
            <a:srgbClr val="4027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B390B5C5-BA8E-E318-1950-EC832F25E558}"/>
              </a:ext>
            </a:extLst>
          </p:cNvPr>
          <p:cNvSpPr/>
          <p:nvPr/>
        </p:nvSpPr>
        <p:spPr>
          <a:xfrm>
            <a:off x="6705600" y="508000"/>
            <a:ext cx="2184400" cy="228600"/>
          </a:xfrm>
          <a:prstGeom prst="rect">
            <a:avLst/>
          </a:prstGeom>
          <a:solidFill>
            <a:srgbClr val="40271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9A283D70-9E95-7720-2EAD-4410D7793F41}"/>
              </a:ext>
            </a:extLst>
          </p:cNvPr>
          <p:cNvSpPr txBox="1"/>
          <p:nvPr/>
        </p:nvSpPr>
        <p:spPr>
          <a:xfrm>
            <a:off x="279400" y="546100"/>
            <a:ext cx="3606800" cy="369332"/>
          </a:xfrm>
          <a:prstGeom prst="rect">
            <a:avLst/>
          </a:prstGeom>
          <a:noFill/>
        </p:spPr>
        <p:txBody>
          <a:bodyPr vert="horz" wrap="square" rtlCol="0">
            <a:noAutofit/>
          </a:bodyPr>
          <a:lstStyle/>
          <a:p>
            <a:r>
              <a:rPr lang="en-IN" sz="900" b="1">
                <a:solidFill>
                  <a:srgbClr val="FF9E4A"/>
                </a:solidFill>
                <a:latin typeface="Segoe UI" panose="020B0502040204020203" pitchFamily="34" charset="0"/>
              </a:rPr>
              <a:t>Section</a:t>
            </a:r>
          </a:p>
        </p:txBody>
      </p:sp>
      <p:sp>
        <p:nvSpPr>
          <p:cNvPr id="10" name="TextBox 9">
            <a:extLst>
              <a:ext uri="{FF2B5EF4-FFF2-40B4-BE49-F238E27FC236}">
                <a16:creationId xmlns:a16="http://schemas.microsoft.com/office/drawing/2014/main" id="{CD6BBB50-4806-1954-DD5F-AAA4FA81BBCA}"/>
              </a:ext>
            </a:extLst>
          </p:cNvPr>
          <p:cNvSpPr txBox="1"/>
          <p:nvPr/>
        </p:nvSpPr>
        <p:spPr>
          <a:xfrm>
            <a:off x="3962400" y="546100"/>
            <a:ext cx="2692400" cy="369332"/>
          </a:xfrm>
          <a:prstGeom prst="rect">
            <a:avLst/>
          </a:prstGeom>
          <a:noFill/>
        </p:spPr>
        <p:txBody>
          <a:bodyPr vert="horz" wrap="square" rtlCol="0">
            <a:noAutofit/>
          </a:bodyPr>
          <a:lstStyle/>
          <a:p>
            <a:r>
              <a:rPr lang="en-IN" sz="900" b="1">
                <a:solidFill>
                  <a:srgbClr val="FF9E4A"/>
                </a:solidFill>
                <a:latin typeface="Segoe UI" panose="020B0502040204020203" pitchFamily="34" charset="0"/>
              </a:rPr>
              <a:t>Contains</a:t>
            </a:r>
          </a:p>
        </p:txBody>
      </p:sp>
      <p:sp>
        <p:nvSpPr>
          <p:cNvPr id="11" name="TextBox 10">
            <a:extLst>
              <a:ext uri="{FF2B5EF4-FFF2-40B4-BE49-F238E27FC236}">
                <a16:creationId xmlns:a16="http://schemas.microsoft.com/office/drawing/2014/main" id="{FAA30A24-3BEE-AA75-16EB-3A53EA1676D0}"/>
              </a:ext>
            </a:extLst>
          </p:cNvPr>
          <p:cNvSpPr txBox="1"/>
          <p:nvPr/>
        </p:nvSpPr>
        <p:spPr>
          <a:xfrm>
            <a:off x="6731000" y="546100"/>
            <a:ext cx="2133600" cy="369332"/>
          </a:xfrm>
          <a:prstGeom prst="rect">
            <a:avLst/>
          </a:prstGeom>
          <a:noFill/>
        </p:spPr>
        <p:txBody>
          <a:bodyPr vert="horz" wrap="square" rtlCol="0">
            <a:noAutofit/>
          </a:bodyPr>
          <a:lstStyle/>
          <a:p>
            <a:r>
              <a:rPr lang="en-IN" sz="900" b="1">
                <a:solidFill>
                  <a:srgbClr val="FF9E4A"/>
                </a:solidFill>
                <a:latin typeface="Segoe UI" panose="020B0502040204020203" pitchFamily="34" charset="0"/>
              </a:rPr>
              <a:t>Why It Matters</a:t>
            </a:r>
          </a:p>
        </p:txBody>
      </p:sp>
      <p:sp>
        <p:nvSpPr>
          <p:cNvPr id="12" name="Rectangle 11">
            <a:extLst>
              <a:ext uri="{FF2B5EF4-FFF2-40B4-BE49-F238E27FC236}">
                <a16:creationId xmlns:a16="http://schemas.microsoft.com/office/drawing/2014/main" id="{0A725571-8348-971F-89DD-48E9C54DC331}"/>
              </a:ext>
            </a:extLst>
          </p:cNvPr>
          <p:cNvSpPr/>
          <p:nvPr/>
        </p:nvSpPr>
        <p:spPr>
          <a:xfrm>
            <a:off x="254000" y="762000"/>
            <a:ext cx="3657600" cy="406400"/>
          </a:xfrm>
          <a:prstGeom prst="rect">
            <a:avLst/>
          </a:prstGeom>
          <a:solidFill>
            <a:srgbClr val="2D1C12"/>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8ED1A8F3-C7E3-18CB-7E77-F96054D85126}"/>
              </a:ext>
            </a:extLst>
          </p:cNvPr>
          <p:cNvSpPr/>
          <p:nvPr/>
        </p:nvSpPr>
        <p:spPr>
          <a:xfrm>
            <a:off x="3937000" y="762000"/>
            <a:ext cx="2743200" cy="406400"/>
          </a:xfrm>
          <a:prstGeom prst="rect">
            <a:avLst/>
          </a:prstGeom>
          <a:solidFill>
            <a:srgbClr val="26180E"/>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DB17C054-D30F-8C74-5926-2C87B1AFD6F6}"/>
              </a:ext>
            </a:extLst>
          </p:cNvPr>
          <p:cNvSpPr/>
          <p:nvPr/>
        </p:nvSpPr>
        <p:spPr>
          <a:xfrm>
            <a:off x="6705600" y="762000"/>
            <a:ext cx="2184400" cy="406400"/>
          </a:xfrm>
          <a:prstGeom prst="rect">
            <a:avLst/>
          </a:prstGeom>
          <a:solidFill>
            <a:srgbClr val="26180E"/>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TextBox 14">
            <a:extLst>
              <a:ext uri="{FF2B5EF4-FFF2-40B4-BE49-F238E27FC236}">
                <a16:creationId xmlns:a16="http://schemas.microsoft.com/office/drawing/2014/main" id="{6FAB3D8B-B326-C075-E412-5B7D39E6DAB9}"/>
              </a:ext>
            </a:extLst>
          </p:cNvPr>
          <p:cNvSpPr txBox="1"/>
          <p:nvPr/>
        </p:nvSpPr>
        <p:spPr>
          <a:xfrm>
            <a:off x="279400" y="825500"/>
            <a:ext cx="3606800" cy="369332"/>
          </a:xfrm>
          <a:prstGeom prst="rect">
            <a:avLst/>
          </a:prstGeom>
          <a:noFill/>
        </p:spPr>
        <p:txBody>
          <a:bodyPr vert="horz" wrap="square" rtlCol="0">
            <a:noAutofit/>
          </a:bodyPr>
          <a:lstStyle/>
          <a:p>
            <a:r>
              <a:rPr lang="en-IN" sz="800" b="1">
                <a:solidFill>
                  <a:srgbClr val="F5EDE8"/>
                </a:solidFill>
                <a:latin typeface="Segoe UI" panose="020B0502040204020203" pitchFamily="34" charset="0"/>
              </a:rPr>
              <a:t>MANDATORY Rules x3</a:t>
            </a:r>
          </a:p>
        </p:txBody>
      </p:sp>
      <p:sp>
        <p:nvSpPr>
          <p:cNvPr id="16" name="TextBox 15">
            <a:extLst>
              <a:ext uri="{FF2B5EF4-FFF2-40B4-BE49-F238E27FC236}">
                <a16:creationId xmlns:a16="http://schemas.microsoft.com/office/drawing/2014/main" id="{5AE93116-13DA-D82E-E16C-D4133AB7D7B2}"/>
              </a:ext>
            </a:extLst>
          </p:cNvPr>
          <p:cNvSpPr txBox="1"/>
          <p:nvPr/>
        </p:nvSpPr>
        <p:spPr>
          <a:xfrm>
            <a:off x="3962400" y="825500"/>
            <a:ext cx="2692400" cy="369332"/>
          </a:xfrm>
          <a:prstGeom prst="rect">
            <a:avLst/>
          </a:prstGeom>
          <a:noFill/>
        </p:spPr>
        <p:txBody>
          <a:bodyPr vert="horz" wrap="square" rtlCol="0">
            <a:noAutofit/>
          </a:bodyPr>
          <a:lstStyle/>
          <a:p>
            <a:r>
              <a:rPr lang="en-US" sz="700">
                <a:solidFill>
                  <a:srgbClr val="B0927A"/>
                </a:solidFill>
                <a:latin typeface="Segoe UI" panose="020B0502040204020203" pitchFamily="34" charset="0"/>
              </a:rPr>
              <a:t>clean test always, cookie banner, 5 XPath rules</a:t>
            </a:r>
            <a:endParaRPr lang="en-IN" sz="700">
              <a:solidFill>
                <a:srgbClr val="B0927A"/>
              </a:solidFill>
              <a:latin typeface="Segoe UI" panose="020B0502040204020203" pitchFamily="34" charset="0"/>
            </a:endParaRPr>
          </a:p>
        </p:txBody>
      </p:sp>
      <p:sp>
        <p:nvSpPr>
          <p:cNvPr id="17" name="TextBox 16">
            <a:extLst>
              <a:ext uri="{FF2B5EF4-FFF2-40B4-BE49-F238E27FC236}">
                <a16:creationId xmlns:a16="http://schemas.microsoft.com/office/drawing/2014/main" id="{896969B9-09F1-37AA-0A02-09531A153115}"/>
              </a:ext>
            </a:extLst>
          </p:cNvPr>
          <p:cNvSpPr txBox="1"/>
          <p:nvPr/>
        </p:nvSpPr>
        <p:spPr>
          <a:xfrm>
            <a:off x="6731000" y="825500"/>
            <a:ext cx="2133600" cy="369332"/>
          </a:xfrm>
          <a:prstGeom prst="rect">
            <a:avLst/>
          </a:prstGeom>
          <a:noFill/>
        </p:spPr>
        <p:txBody>
          <a:bodyPr vert="horz" wrap="square" rtlCol="0">
            <a:noAutofit/>
          </a:bodyPr>
          <a:lstStyle/>
          <a:p>
            <a:r>
              <a:rPr lang="en-US" sz="700">
                <a:solidFill>
                  <a:srgbClr val="8ECF3E"/>
                </a:solidFill>
                <a:latin typeface="Segoe UI" panose="020B0502040204020203" pitchFamily="34" charset="0"/>
              </a:rPr>
              <a:t>Prevents the most common failures</a:t>
            </a:r>
            <a:endParaRPr lang="en-IN" sz="700">
              <a:solidFill>
                <a:srgbClr val="8ECF3E"/>
              </a:solidFill>
              <a:latin typeface="Segoe UI" panose="020B0502040204020203" pitchFamily="34" charset="0"/>
            </a:endParaRPr>
          </a:p>
        </p:txBody>
      </p:sp>
      <p:sp>
        <p:nvSpPr>
          <p:cNvPr id="18" name="Rectangle 17">
            <a:extLst>
              <a:ext uri="{FF2B5EF4-FFF2-40B4-BE49-F238E27FC236}">
                <a16:creationId xmlns:a16="http://schemas.microsoft.com/office/drawing/2014/main" id="{693E66E3-AD64-C748-CC6B-FBCA07BD71A8}"/>
              </a:ext>
            </a:extLst>
          </p:cNvPr>
          <p:cNvSpPr/>
          <p:nvPr/>
        </p:nvSpPr>
        <p:spPr>
          <a:xfrm>
            <a:off x="254000" y="1193800"/>
            <a:ext cx="3657600" cy="406400"/>
          </a:xfrm>
          <a:prstGeom prst="rect">
            <a:avLst/>
          </a:prstGeom>
          <a:solidFill>
            <a:srgbClr val="2D1C12"/>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9EBE90B8-CD2D-584A-90D1-101B48AAE207}"/>
              </a:ext>
            </a:extLst>
          </p:cNvPr>
          <p:cNvSpPr/>
          <p:nvPr/>
        </p:nvSpPr>
        <p:spPr>
          <a:xfrm>
            <a:off x="3937000" y="1193800"/>
            <a:ext cx="2743200" cy="406400"/>
          </a:xfrm>
          <a:prstGeom prst="rect">
            <a:avLst/>
          </a:prstGeom>
          <a:solidFill>
            <a:srgbClr val="26180E"/>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a:extLst>
              <a:ext uri="{FF2B5EF4-FFF2-40B4-BE49-F238E27FC236}">
                <a16:creationId xmlns:a16="http://schemas.microsoft.com/office/drawing/2014/main" id="{FCDE77DB-E266-E503-863A-EB298F0EB9FE}"/>
              </a:ext>
            </a:extLst>
          </p:cNvPr>
          <p:cNvSpPr/>
          <p:nvPr/>
        </p:nvSpPr>
        <p:spPr>
          <a:xfrm>
            <a:off x="6705600" y="1193800"/>
            <a:ext cx="2184400" cy="406400"/>
          </a:xfrm>
          <a:prstGeom prst="rect">
            <a:avLst/>
          </a:prstGeom>
          <a:solidFill>
            <a:srgbClr val="26180E"/>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3A406187-537E-352D-54CC-EEAD37A7456B}"/>
              </a:ext>
            </a:extLst>
          </p:cNvPr>
          <p:cNvSpPr txBox="1"/>
          <p:nvPr/>
        </p:nvSpPr>
        <p:spPr>
          <a:xfrm>
            <a:off x="254000" y="1283732"/>
            <a:ext cx="3606800" cy="369332"/>
          </a:xfrm>
          <a:prstGeom prst="rect">
            <a:avLst/>
          </a:prstGeom>
          <a:noFill/>
        </p:spPr>
        <p:txBody>
          <a:bodyPr vert="horz" wrap="square" rtlCol="0">
            <a:noAutofit/>
          </a:bodyPr>
          <a:lstStyle/>
          <a:p>
            <a:r>
              <a:rPr lang="en-IN" sz="800" b="1">
                <a:solidFill>
                  <a:srgbClr val="F5EDE8"/>
                </a:solidFill>
                <a:latin typeface="Segoe UI" panose="020B0502040204020203" pitchFamily="34" charset="0"/>
              </a:rPr>
              <a:t>Project Structure</a:t>
            </a:r>
          </a:p>
        </p:txBody>
      </p:sp>
      <p:sp>
        <p:nvSpPr>
          <p:cNvPr id="22" name="TextBox 21">
            <a:extLst>
              <a:ext uri="{FF2B5EF4-FFF2-40B4-BE49-F238E27FC236}">
                <a16:creationId xmlns:a16="http://schemas.microsoft.com/office/drawing/2014/main" id="{30E4D4CD-217F-AE3F-1139-4F39C3405617}"/>
              </a:ext>
            </a:extLst>
          </p:cNvPr>
          <p:cNvSpPr txBox="1"/>
          <p:nvPr/>
        </p:nvSpPr>
        <p:spPr>
          <a:xfrm>
            <a:off x="3962400" y="1257300"/>
            <a:ext cx="2692400" cy="369332"/>
          </a:xfrm>
          <a:prstGeom prst="rect">
            <a:avLst/>
          </a:prstGeom>
          <a:noFill/>
        </p:spPr>
        <p:txBody>
          <a:bodyPr vert="horz" wrap="square" rtlCol="0">
            <a:noAutofit/>
          </a:bodyPr>
          <a:lstStyle/>
          <a:p>
            <a:r>
              <a:rPr lang="en-US" sz="700">
                <a:solidFill>
                  <a:srgbClr val="B0927A"/>
                </a:solidFill>
                <a:latin typeface="Segoe UI" panose="020B0502040204020203" pitchFamily="34" charset="0"/>
              </a:rPr>
              <a:t>Full file tree with inline annotations</a:t>
            </a:r>
            <a:endParaRPr lang="en-IN" sz="700">
              <a:solidFill>
                <a:srgbClr val="B0927A"/>
              </a:solidFill>
              <a:latin typeface="Segoe UI" panose="020B0502040204020203" pitchFamily="34" charset="0"/>
            </a:endParaRPr>
          </a:p>
        </p:txBody>
      </p:sp>
      <p:sp>
        <p:nvSpPr>
          <p:cNvPr id="23" name="TextBox 22">
            <a:extLst>
              <a:ext uri="{FF2B5EF4-FFF2-40B4-BE49-F238E27FC236}">
                <a16:creationId xmlns:a16="http://schemas.microsoft.com/office/drawing/2014/main" id="{04EB548B-F7C7-6417-895E-3D26B04BB5AD}"/>
              </a:ext>
            </a:extLst>
          </p:cNvPr>
          <p:cNvSpPr txBox="1"/>
          <p:nvPr/>
        </p:nvSpPr>
        <p:spPr>
          <a:xfrm>
            <a:off x="6731000" y="1257300"/>
            <a:ext cx="2133600" cy="369332"/>
          </a:xfrm>
          <a:prstGeom prst="rect">
            <a:avLst/>
          </a:prstGeom>
          <a:noFill/>
        </p:spPr>
        <p:txBody>
          <a:bodyPr vert="horz" wrap="square" rtlCol="0">
            <a:noAutofit/>
          </a:bodyPr>
          <a:lstStyle/>
          <a:p>
            <a:r>
              <a:rPr lang="en-US" sz="700">
                <a:solidFill>
                  <a:srgbClr val="8ECF3E"/>
                </a:solidFill>
                <a:latin typeface="Segoe UI" panose="020B0502040204020203" pitchFamily="34" charset="0"/>
              </a:rPr>
              <a:t>Agent edits the right file always</a:t>
            </a:r>
            <a:endParaRPr lang="en-IN" sz="700">
              <a:solidFill>
                <a:srgbClr val="8ECF3E"/>
              </a:solidFill>
              <a:latin typeface="Segoe UI" panose="020B0502040204020203" pitchFamily="34" charset="0"/>
            </a:endParaRPr>
          </a:p>
        </p:txBody>
      </p:sp>
      <p:sp>
        <p:nvSpPr>
          <p:cNvPr id="24" name="Rectangle 23">
            <a:extLst>
              <a:ext uri="{FF2B5EF4-FFF2-40B4-BE49-F238E27FC236}">
                <a16:creationId xmlns:a16="http://schemas.microsoft.com/office/drawing/2014/main" id="{048B4989-B137-1244-52EA-03B87D3AFB60}"/>
              </a:ext>
            </a:extLst>
          </p:cNvPr>
          <p:cNvSpPr/>
          <p:nvPr/>
        </p:nvSpPr>
        <p:spPr>
          <a:xfrm>
            <a:off x="254000" y="1625600"/>
            <a:ext cx="3657600" cy="406400"/>
          </a:xfrm>
          <a:prstGeom prst="rect">
            <a:avLst/>
          </a:prstGeom>
          <a:solidFill>
            <a:srgbClr val="2D1C12"/>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5" name="Rectangle 24">
            <a:extLst>
              <a:ext uri="{FF2B5EF4-FFF2-40B4-BE49-F238E27FC236}">
                <a16:creationId xmlns:a16="http://schemas.microsoft.com/office/drawing/2014/main" id="{4AF39147-C291-CE75-1D8E-0CA982174160}"/>
              </a:ext>
            </a:extLst>
          </p:cNvPr>
          <p:cNvSpPr/>
          <p:nvPr/>
        </p:nvSpPr>
        <p:spPr>
          <a:xfrm>
            <a:off x="3937000" y="1625600"/>
            <a:ext cx="2743200" cy="406400"/>
          </a:xfrm>
          <a:prstGeom prst="rect">
            <a:avLst/>
          </a:prstGeom>
          <a:solidFill>
            <a:srgbClr val="26180E"/>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Rectangle 25">
            <a:extLst>
              <a:ext uri="{FF2B5EF4-FFF2-40B4-BE49-F238E27FC236}">
                <a16:creationId xmlns:a16="http://schemas.microsoft.com/office/drawing/2014/main" id="{7EAF6C16-82F8-0F70-E2D5-C262D126609A}"/>
              </a:ext>
            </a:extLst>
          </p:cNvPr>
          <p:cNvSpPr/>
          <p:nvPr/>
        </p:nvSpPr>
        <p:spPr>
          <a:xfrm>
            <a:off x="6705600" y="1625600"/>
            <a:ext cx="2184400" cy="406400"/>
          </a:xfrm>
          <a:prstGeom prst="rect">
            <a:avLst/>
          </a:prstGeom>
          <a:solidFill>
            <a:srgbClr val="26180E"/>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0BA5FE74-B1FB-7D05-2EEB-121CFED35249}"/>
              </a:ext>
            </a:extLst>
          </p:cNvPr>
          <p:cNvSpPr txBox="1"/>
          <p:nvPr/>
        </p:nvSpPr>
        <p:spPr>
          <a:xfrm>
            <a:off x="279400" y="1689100"/>
            <a:ext cx="3606800" cy="369332"/>
          </a:xfrm>
          <a:prstGeom prst="rect">
            <a:avLst/>
          </a:prstGeom>
          <a:noFill/>
        </p:spPr>
        <p:txBody>
          <a:bodyPr vert="horz" wrap="square" rtlCol="0">
            <a:noAutofit/>
          </a:bodyPr>
          <a:lstStyle/>
          <a:p>
            <a:r>
              <a:rPr lang="en-IN" sz="800" b="1">
                <a:solidFill>
                  <a:srgbClr val="F5EDE8"/>
                </a:solidFill>
                <a:latin typeface="Segoe UI" panose="020B0502040204020203" pitchFamily="34" charset="0"/>
              </a:rPr>
              <a:t>Brands Table</a:t>
            </a:r>
          </a:p>
        </p:txBody>
      </p:sp>
      <p:sp>
        <p:nvSpPr>
          <p:cNvPr id="28" name="TextBox 27">
            <a:extLst>
              <a:ext uri="{FF2B5EF4-FFF2-40B4-BE49-F238E27FC236}">
                <a16:creationId xmlns:a16="http://schemas.microsoft.com/office/drawing/2014/main" id="{5D881C23-0D19-7779-2E0F-AB2886AE18CE}"/>
              </a:ext>
            </a:extLst>
          </p:cNvPr>
          <p:cNvSpPr txBox="1"/>
          <p:nvPr/>
        </p:nvSpPr>
        <p:spPr>
          <a:xfrm>
            <a:off x="3962400" y="1689100"/>
            <a:ext cx="2692400" cy="369332"/>
          </a:xfrm>
          <a:prstGeom prst="rect">
            <a:avLst/>
          </a:prstGeom>
          <a:noFill/>
        </p:spPr>
        <p:txBody>
          <a:bodyPr vert="horz" wrap="square" rtlCol="0">
            <a:noAutofit/>
          </a:bodyPr>
          <a:lstStyle/>
          <a:p>
            <a:r>
              <a:rPr lang="en-IN" sz="700">
                <a:solidFill>
                  <a:srgbClr val="B0927A"/>
                </a:solidFill>
                <a:latin typeface="Segoe UI" panose="020B0502040204020203" pitchFamily="34" charset="0"/>
              </a:rPr>
              <a:t>7 brands: enum, URL slug, properties file</a:t>
            </a:r>
          </a:p>
        </p:txBody>
      </p:sp>
      <p:sp>
        <p:nvSpPr>
          <p:cNvPr id="29" name="TextBox 28">
            <a:extLst>
              <a:ext uri="{FF2B5EF4-FFF2-40B4-BE49-F238E27FC236}">
                <a16:creationId xmlns:a16="http://schemas.microsoft.com/office/drawing/2014/main" id="{3F9FDBD8-C9CF-5CD2-0811-68C78DC522C8}"/>
              </a:ext>
            </a:extLst>
          </p:cNvPr>
          <p:cNvSpPr txBox="1"/>
          <p:nvPr/>
        </p:nvSpPr>
        <p:spPr>
          <a:xfrm>
            <a:off x="6731000" y="1689100"/>
            <a:ext cx="2133600" cy="369332"/>
          </a:xfrm>
          <a:prstGeom prst="rect">
            <a:avLst/>
          </a:prstGeom>
          <a:noFill/>
        </p:spPr>
        <p:txBody>
          <a:bodyPr vert="horz" wrap="square" rtlCol="0">
            <a:noAutofit/>
          </a:bodyPr>
          <a:lstStyle/>
          <a:p>
            <a:r>
              <a:rPr lang="en-US" sz="700">
                <a:solidFill>
                  <a:srgbClr val="8ECF3E"/>
                </a:solidFill>
                <a:latin typeface="Segoe UI" panose="020B0502040204020203" pitchFamily="34" charset="0"/>
              </a:rPr>
              <a:t>Correct names and paths for all brands</a:t>
            </a:r>
            <a:endParaRPr lang="en-IN" sz="700">
              <a:solidFill>
                <a:srgbClr val="8ECF3E"/>
              </a:solidFill>
              <a:latin typeface="Segoe UI" panose="020B0502040204020203" pitchFamily="34" charset="0"/>
            </a:endParaRPr>
          </a:p>
        </p:txBody>
      </p:sp>
      <p:sp>
        <p:nvSpPr>
          <p:cNvPr id="30" name="Rectangle 29">
            <a:extLst>
              <a:ext uri="{FF2B5EF4-FFF2-40B4-BE49-F238E27FC236}">
                <a16:creationId xmlns:a16="http://schemas.microsoft.com/office/drawing/2014/main" id="{BFA5E0EC-44FA-F342-B706-7D5AD083E24B}"/>
              </a:ext>
            </a:extLst>
          </p:cNvPr>
          <p:cNvSpPr/>
          <p:nvPr/>
        </p:nvSpPr>
        <p:spPr>
          <a:xfrm>
            <a:off x="254000" y="2057400"/>
            <a:ext cx="3657600" cy="406400"/>
          </a:xfrm>
          <a:prstGeom prst="rect">
            <a:avLst/>
          </a:prstGeom>
          <a:solidFill>
            <a:srgbClr val="2D1C12"/>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1" name="Rectangle 30">
            <a:extLst>
              <a:ext uri="{FF2B5EF4-FFF2-40B4-BE49-F238E27FC236}">
                <a16:creationId xmlns:a16="http://schemas.microsoft.com/office/drawing/2014/main" id="{E63586BE-F06B-61E4-AD1B-C59C2378EFCC}"/>
              </a:ext>
            </a:extLst>
          </p:cNvPr>
          <p:cNvSpPr/>
          <p:nvPr/>
        </p:nvSpPr>
        <p:spPr>
          <a:xfrm>
            <a:off x="3937000" y="2057400"/>
            <a:ext cx="2743200" cy="406400"/>
          </a:xfrm>
          <a:prstGeom prst="rect">
            <a:avLst/>
          </a:prstGeom>
          <a:solidFill>
            <a:srgbClr val="26180E"/>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2" name="Rectangle 31">
            <a:extLst>
              <a:ext uri="{FF2B5EF4-FFF2-40B4-BE49-F238E27FC236}">
                <a16:creationId xmlns:a16="http://schemas.microsoft.com/office/drawing/2014/main" id="{4503C923-45CC-A087-382D-931F635FF186}"/>
              </a:ext>
            </a:extLst>
          </p:cNvPr>
          <p:cNvSpPr/>
          <p:nvPr/>
        </p:nvSpPr>
        <p:spPr>
          <a:xfrm>
            <a:off x="6705600" y="2057400"/>
            <a:ext cx="2184400" cy="406400"/>
          </a:xfrm>
          <a:prstGeom prst="rect">
            <a:avLst/>
          </a:prstGeom>
          <a:solidFill>
            <a:srgbClr val="26180E"/>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09701D2D-E37C-3249-6F3C-21C28FE0F0FF}"/>
              </a:ext>
            </a:extLst>
          </p:cNvPr>
          <p:cNvSpPr txBox="1"/>
          <p:nvPr/>
        </p:nvSpPr>
        <p:spPr>
          <a:xfrm>
            <a:off x="279400" y="2120900"/>
            <a:ext cx="3606800" cy="369332"/>
          </a:xfrm>
          <a:prstGeom prst="rect">
            <a:avLst/>
          </a:prstGeom>
          <a:noFill/>
        </p:spPr>
        <p:txBody>
          <a:bodyPr vert="horz" wrap="square" rtlCol="0">
            <a:noAutofit/>
          </a:bodyPr>
          <a:lstStyle/>
          <a:p>
            <a:r>
              <a:rPr lang="en-IN" sz="800" b="1">
                <a:solidFill>
                  <a:srgbClr val="F5EDE8"/>
                </a:solidFill>
                <a:latin typeface="Segoe UI" panose="020B0502040204020203" pitchFamily="34" charset="0"/>
              </a:rPr>
              <a:t>Test Case Conventions</a:t>
            </a:r>
          </a:p>
        </p:txBody>
      </p:sp>
      <p:sp>
        <p:nvSpPr>
          <p:cNvPr id="34" name="TextBox 33">
            <a:extLst>
              <a:ext uri="{FF2B5EF4-FFF2-40B4-BE49-F238E27FC236}">
                <a16:creationId xmlns:a16="http://schemas.microsoft.com/office/drawing/2014/main" id="{1C68AB3A-FA60-45AD-DB67-48B7B475292F}"/>
              </a:ext>
            </a:extLst>
          </p:cNvPr>
          <p:cNvSpPr txBox="1"/>
          <p:nvPr/>
        </p:nvSpPr>
        <p:spPr>
          <a:xfrm>
            <a:off x="3962400" y="2120900"/>
            <a:ext cx="2692400" cy="369332"/>
          </a:xfrm>
          <a:prstGeom prst="rect">
            <a:avLst/>
          </a:prstGeom>
          <a:noFill/>
        </p:spPr>
        <p:txBody>
          <a:bodyPr vert="horz" wrap="square" rtlCol="0">
            <a:noAutofit/>
          </a:bodyPr>
          <a:lstStyle/>
          <a:p>
            <a:r>
              <a:rPr lang="en-US" sz="700">
                <a:solidFill>
                  <a:srgbClr val="B0927A"/>
                </a:solidFill>
                <a:latin typeface="Segoe UI" panose="020B0502040204020203" pitchFamily="34" charset="0"/>
              </a:rPr>
              <a:t>TC prefix map, naming pattern, valid groups</a:t>
            </a:r>
            <a:endParaRPr lang="en-IN" sz="700">
              <a:solidFill>
                <a:srgbClr val="B0927A"/>
              </a:solidFill>
              <a:latin typeface="Segoe UI" panose="020B0502040204020203" pitchFamily="34" charset="0"/>
            </a:endParaRPr>
          </a:p>
        </p:txBody>
      </p:sp>
      <p:sp>
        <p:nvSpPr>
          <p:cNvPr id="35" name="TextBox 34">
            <a:extLst>
              <a:ext uri="{FF2B5EF4-FFF2-40B4-BE49-F238E27FC236}">
                <a16:creationId xmlns:a16="http://schemas.microsoft.com/office/drawing/2014/main" id="{C63D79AD-95E9-4FA9-BBCA-0D3949F97043}"/>
              </a:ext>
            </a:extLst>
          </p:cNvPr>
          <p:cNvSpPr txBox="1"/>
          <p:nvPr/>
        </p:nvSpPr>
        <p:spPr>
          <a:xfrm>
            <a:off x="6731000" y="2120900"/>
            <a:ext cx="2133600" cy="369332"/>
          </a:xfrm>
          <a:prstGeom prst="rect">
            <a:avLst/>
          </a:prstGeom>
          <a:noFill/>
        </p:spPr>
        <p:txBody>
          <a:bodyPr vert="horz" wrap="square" rtlCol="0">
            <a:noAutofit/>
          </a:bodyPr>
          <a:lstStyle/>
          <a:p>
            <a:r>
              <a:rPr lang="en-US" sz="700">
                <a:solidFill>
                  <a:srgbClr val="8ECF3E"/>
                </a:solidFill>
                <a:latin typeface="Segoe UI" panose="020B0502040204020203" pitchFamily="34" charset="0"/>
              </a:rPr>
              <a:t>Consistent IDs without a stale registry</a:t>
            </a:r>
            <a:endParaRPr lang="en-IN" sz="700">
              <a:solidFill>
                <a:srgbClr val="8ECF3E"/>
              </a:solidFill>
              <a:latin typeface="Segoe UI" panose="020B0502040204020203" pitchFamily="34" charset="0"/>
            </a:endParaRPr>
          </a:p>
        </p:txBody>
      </p:sp>
      <p:sp>
        <p:nvSpPr>
          <p:cNvPr id="36" name="Rectangle 35">
            <a:extLst>
              <a:ext uri="{FF2B5EF4-FFF2-40B4-BE49-F238E27FC236}">
                <a16:creationId xmlns:a16="http://schemas.microsoft.com/office/drawing/2014/main" id="{CB90E72F-F84B-4D1C-B6A4-73256EE4C148}"/>
              </a:ext>
            </a:extLst>
          </p:cNvPr>
          <p:cNvSpPr/>
          <p:nvPr/>
        </p:nvSpPr>
        <p:spPr>
          <a:xfrm>
            <a:off x="254000" y="2489200"/>
            <a:ext cx="3657600" cy="406400"/>
          </a:xfrm>
          <a:prstGeom prst="rect">
            <a:avLst/>
          </a:prstGeom>
          <a:solidFill>
            <a:srgbClr val="2D1C12"/>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36">
            <a:extLst>
              <a:ext uri="{FF2B5EF4-FFF2-40B4-BE49-F238E27FC236}">
                <a16:creationId xmlns:a16="http://schemas.microsoft.com/office/drawing/2014/main" id="{D7AC4923-3392-A617-E677-4F64F01D35D8}"/>
              </a:ext>
            </a:extLst>
          </p:cNvPr>
          <p:cNvSpPr/>
          <p:nvPr/>
        </p:nvSpPr>
        <p:spPr>
          <a:xfrm>
            <a:off x="3937000" y="2489200"/>
            <a:ext cx="2743200" cy="406400"/>
          </a:xfrm>
          <a:prstGeom prst="rect">
            <a:avLst/>
          </a:prstGeom>
          <a:solidFill>
            <a:srgbClr val="26180E"/>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37">
            <a:extLst>
              <a:ext uri="{FF2B5EF4-FFF2-40B4-BE49-F238E27FC236}">
                <a16:creationId xmlns:a16="http://schemas.microsoft.com/office/drawing/2014/main" id="{504C5F42-73A1-931C-0DA0-12584706A525}"/>
              </a:ext>
            </a:extLst>
          </p:cNvPr>
          <p:cNvSpPr/>
          <p:nvPr/>
        </p:nvSpPr>
        <p:spPr>
          <a:xfrm>
            <a:off x="6705600" y="2489200"/>
            <a:ext cx="2184400" cy="406400"/>
          </a:xfrm>
          <a:prstGeom prst="rect">
            <a:avLst/>
          </a:prstGeom>
          <a:solidFill>
            <a:srgbClr val="26180E"/>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A1E6807D-041C-D617-D315-7959DFF0EE05}"/>
              </a:ext>
            </a:extLst>
          </p:cNvPr>
          <p:cNvSpPr txBox="1"/>
          <p:nvPr/>
        </p:nvSpPr>
        <p:spPr>
          <a:xfrm>
            <a:off x="279400" y="2552700"/>
            <a:ext cx="3606800" cy="369332"/>
          </a:xfrm>
          <a:prstGeom prst="rect">
            <a:avLst/>
          </a:prstGeom>
          <a:noFill/>
        </p:spPr>
        <p:txBody>
          <a:bodyPr vert="horz" wrap="square" rtlCol="0">
            <a:noAutofit/>
          </a:bodyPr>
          <a:lstStyle/>
          <a:p>
            <a:r>
              <a:rPr lang="en-IN" sz="800" b="1">
                <a:solidFill>
                  <a:srgbClr val="F5EDE8"/>
                </a:solidFill>
                <a:latin typeface="Segoe UI" panose="020B0502040204020203" pitchFamily="34" charset="0"/>
              </a:rPr>
              <a:t>Design Patterns + SOLID</a:t>
            </a:r>
          </a:p>
        </p:txBody>
      </p:sp>
      <p:sp>
        <p:nvSpPr>
          <p:cNvPr id="40" name="TextBox 39">
            <a:extLst>
              <a:ext uri="{FF2B5EF4-FFF2-40B4-BE49-F238E27FC236}">
                <a16:creationId xmlns:a16="http://schemas.microsoft.com/office/drawing/2014/main" id="{B25F1C12-DE77-3CCC-D4EF-A91ED154F2F9}"/>
              </a:ext>
            </a:extLst>
          </p:cNvPr>
          <p:cNvSpPr txBox="1"/>
          <p:nvPr/>
        </p:nvSpPr>
        <p:spPr>
          <a:xfrm>
            <a:off x="3962400" y="2552700"/>
            <a:ext cx="2692400" cy="369332"/>
          </a:xfrm>
          <a:prstGeom prst="rect">
            <a:avLst/>
          </a:prstGeom>
          <a:noFill/>
        </p:spPr>
        <p:txBody>
          <a:bodyPr vert="horz" wrap="square" rtlCol="0">
            <a:noAutofit/>
          </a:bodyPr>
          <a:lstStyle/>
          <a:p>
            <a:r>
              <a:rPr lang="en-US" sz="700">
                <a:solidFill>
                  <a:srgbClr val="B0927A"/>
                </a:solidFill>
                <a:latin typeface="Segoe UI" panose="020B0502040204020203" pitchFamily="34" charset="0"/>
              </a:rPr>
              <a:t>9 patterns mapped to exact classes</a:t>
            </a:r>
            <a:endParaRPr lang="en-IN" sz="700">
              <a:solidFill>
                <a:srgbClr val="B0927A"/>
              </a:solidFill>
              <a:latin typeface="Segoe UI" panose="020B0502040204020203" pitchFamily="34" charset="0"/>
            </a:endParaRPr>
          </a:p>
        </p:txBody>
      </p:sp>
      <p:sp>
        <p:nvSpPr>
          <p:cNvPr id="41" name="TextBox 40">
            <a:extLst>
              <a:ext uri="{FF2B5EF4-FFF2-40B4-BE49-F238E27FC236}">
                <a16:creationId xmlns:a16="http://schemas.microsoft.com/office/drawing/2014/main" id="{84247128-368A-BA59-B6E4-0E28508030A7}"/>
              </a:ext>
            </a:extLst>
          </p:cNvPr>
          <p:cNvSpPr txBox="1"/>
          <p:nvPr/>
        </p:nvSpPr>
        <p:spPr>
          <a:xfrm>
            <a:off x="6731000" y="2552700"/>
            <a:ext cx="2133600" cy="369332"/>
          </a:xfrm>
          <a:prstGeom prst="rect">
            <a:avLst/>
          </a:prstGeom>
          <a:noFill/>
        </p:spPr>
        <p:txBody>
          <a:bodyPr vert="horz" wrap="square" rtlCol="0">
            <a:noAutofit/>
          </a:bodyPr>
          <a:lstStyle/>
          <a:p>
            <a:r>
              <a:rPr lang="en-US" sz="700">
                <a:solidFill>
                  <a:srgbClr val="8ECF3E"/>
                </a:solidFill>
                <a:latin typeface="Segoe UI" panose="020B0502040204020203" pitchFamily="34" charset="0"/>
              </a:rPr>
              <a:t>New code follows same architecture</a:t>
            </a:r>
            <a:endParaRPr lang="en-IN" sz="700">
              <a:solidFill>
                <a:srgbClr val="8ECF3E"/>
              </a:solidFill>
              <a:latin typeface="Segoe UI" panose="020B0502040204020203" pitchFamily="34" charset="0"/>
            </a:endParaRPr>
          </a:p>
        </p:txBody>
      </p:sp>
      <p:sp>
        <p:nvSpPr>
          <p:cNvPr id="42" name="Rectangle 41">
            <a:extLst>
              <a:ext uri="{FF2B5EF4-FFF2-40B4-BE49-F238E27FC236}">
                <a16:creationId xmlns:a16="http://schemas.microsoft.com/office/drawing/2014/main" id="{6A771740-51C7-C82B-2AEF-45A979B75A4E}"/>
              </a:ext>
            </a:extLst>
          </p:cNvPr>
          <p:cNvSpPr/>
          <p:nvPr/>
        </p:nvSpPr>
        <p:spPr>
          <a:xfrm>
            <a:off x="254000" y="2921000"/>
            <a:ext cx="3657600" cy="406400"/>
          </a:xfrm>
          <a:prstGeom prst="rect">
            <a:avLst/>
          </a:prstGeom>
          <a:solidFill>
            <a:srgbClr val="2D1C12"/>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Rectangle 42">
            <a:extLst>
              <a:ext uri="{FF2B5EF4-FFF2-40B4-BE49-F238E27FC236}">
                <a16:creationId xmlns:a16="http://schemas.microsoft.com/office/drawing/2014/main" id="{1C05AD8F-DC82-AF42-D813-04BE28196DC2}"/>
              </a:ext>
            </a:extLst>
          </p:cNvPr>
          <p:cNvSpPr/>
          <p:nvPr/>
        </p:nvSpPr>
        <p:spPr>
          <a:xfrm>
            <a:off x="3937000" y="2921000"/>
            <a:ext cx="2743200" cy="406400"/>
          </a:xfrm>
          <a:prstGeom prst="rect">
            <a:avLst/>
          </a:prstGeom>
          <a:solidFill>
            <a:srgbClr val="26180E"/>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Rectangle 43">
            <a:extLst>
              <a:ext uri="{FF2B5EF4-FFF2-40B4-BE49-F238E27FC236}">
                <a16:creationId xmlns:a16="http://schemas.microsoft.com/office/drawing/2014/main" id="{1202BE13-5FEE-5BAF-2FC9-BE5B12C6309F}"/>
              </a:ext>
            </a:extLst>
          </p:cNvPr>
          <p:cNvSpPr/>
          <p:nvPr/>
        </p:nvSpPr>
        <p:spPr>
          <a:xfrm>
            <a:off x="6705600" y="2921000"/>
            <a:ext cx="2184400" cy="406400"/>
          </a:xfrm>
          <a:prstGeom prst="rect">
            <a:avLst/>
          </a:prstGeom>
          <a:solidFill>
            <a:srgbClr val="26180E"/>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5" name="TextBox 44">
            <a:extLst>
              <a:ext uri="{FF2B5EF4-FFF2-40B4-BE49-F238E27FC236}">
                <a16:creationId xmlns:a16="http://schemas.microsoft.com/office/drawing/2014/main" id="{7A549764-9868-8119-4581-9703DA21173A}"/>
              </a:ext>
            </a:extLst>
          </p:cNvPr>
          <p:cNvSpPr txBox="1"/>
          <p:nvPr/>
        </p:nvSpPr>
        <p:spPr>
          <a:xfrm>
            <a:off x="279400" y="2984500"/>
            <a:ext cx="3606800" cy="369332"/>
          </a:xfrm>
          <a:prstGeom prst="rect">
            <a:avLst/>
          </a:prstGeom>
          <a:noFill/>
        </p:spPr>
        <p:txBody>
          <a:bodyPr vert="horz" wrap="square" rtlCol="0">
            <a:noAutofit/>
          </a:bodyPr>
          <a:lstStyle/>
          <a:p>
            <a:r>
              <a:rPr lang="en-US" sz="800" b="1">
                <a:solidFill>
                  <a:srgbClr val="F5EDE8"/>
                </a:solidFill>
                <a:latin typeface="Segoe UI" panose="020B0502040204020203" pitchFamily="34" charset="0"/>
              </a:rPr>
              <a:t>Add New Brand (4 Steps)</a:t>
            </a:r>
            <a:endParaRPr lang="en-IN" sz="800" b="1">
              <a:solidFill>
                <a:srgbClr val="F5EDE8"/>
              </a:solidFill>
              <a:latin typeface="Segoe UI" panose="020B0502040204020203" pitchFamily="34" charset="0"/>
            </a:endParaRPr>
          </a:p>
        </p:txBody>
      </p:sp>
      <p:sp>
        <p:nvSpPr>
          <p:cNvPr id="46" name="TextBox 45">
            <a:extLst>
              <a:ext uri="{FF2B5EF4-FFF2-40B4-BE49-F238E27FC236}">
                <a16:creationId xmlns:a16="http://schemas.microsoft.com/office/drawing/2014/main" id="{33D352A7-D81D-D0FC-65BB-EA70518151AE}"/>
              </a:ext>
            </a:extLst>
          </p:cNvPr>
          <p:cNvSpPr txBox="1"/>
          <p:nvPr/>
        </p:nvSpPr>
        <p:spPr>
          <a:xfrm>
            <a:off x="3962400" y="2984500"/>
            <a:ext cx="2692400" cy="369332"/>
          </a:xfrm>
          <a:prstGeom prst="rect">
            <a:avLst/>
          </a:prstGeom>
          <a:noFill/>
        </p:spPr>
        <p:txBody>
          <a:bodyPr vert="horz" wrap="square" rtlCol="0">
            <a:noAutofit/>
          </a:bodyPr>
          <a:lstStyle/>
          <a:p>
            <a:r>
              <a:rPr lang="en-US" sz="700">
                <a:solidFill>
                  <a:srgbClr val="B0927A"/>
                </a:solidFill>
                <a:latin typeface="Segoe UI" panose="020B0502040204020203" pitchFamily="34" charset="0"/>
              </a:rPr>
              <a:t>Copy-paste ready code for each step</a:t>
            </a:r>
            <a:endParaRPr lang="en-IN" sz="700">
              <a:solidFill>
                <a:srgbClr val="B0927A"/>
              </a:solidFill>
              <a:latin typeface="Segoe UI" panose="020B0502040204020203" pitchFamily="34" charset="0"/>
            </a:endParaRPr>
          </a:p>
        </p:txBody>
      </p:sp>
      <p:sp>
        <p:nvSpPr>
          <p:cNvPr id="47" name="TextBox 46">
            <a:extLst>
              <a:ext uri="{FF2B5EF4-FFF2-40B4-BE49-F238E27FC236}">
                <a16:creationId xmlns:a16="http://schemas.microsoft.com/office/drawing/2014/main" id="{D6286B97-89A3-7619-865E-EDE848D9EC05}"/>
              </a:ext>
            </a:extLst>
          </p:cNvPr>
          <p:cNvSpPr txBox="1"/>
          <p:nvPr/>
        </p:nvSpPr>
        <p:spPr>
          <a:xfrm>
            <a:off x="6731000" y="2984500"/>
            <a:ext cx="2133600" cy="369332"/>
          </a:xfrm>
          <a:prstGeom prst="rect">
            <a:avLst/>
          </a:prstGeom>
          <a:noFill/>
        </p:spPr>
        <p:txBody>
          <a:bodyPr vert="horz" wrap="square" rtlCol="0">
            <a:noAutofit/>
          </a:bodyPr>
          <a:lstStyle/>
          <a:p>
            <a:r>
              <a:rPr lang="en-IN" sz="700">
                <a:solidFill>
                  <a:srgbClr val="8ECF3E"/>
                </a:solidFill>
                <a:latin typeface="Segoe UI" panose="020B0502040204020203" pitchFamily="34" charset="0"/>
              </a:rPr>
              <a:t>New brand in 5 mins, zero existing changes</a:t>
            </a:r>
          </a:p>
        </p:txBody>
      </p:sp>
      <p:sp>
        <p:nvSpPr>
          <p:cNvPr id="48" name="Rectangle 47">
            <a:extLst>
              <a:ext uri="{FF2B5EF4-FFF2-40B4-BE49-F238E27FC236}">
                <a16:creationId xmlns:a16="http://schemas.microsoft.com/office/drawing/2014/main" id="{32EF0765-0FD8-C99C-76FF-F11FD5FDE9C0}"/>
              </a:ext>
            </a:extLst>
          </p:cNvPr>
          <p:cNvSpPr/>
          <p:nvPr/>
        </p:nvSpPr>
        <p:spPr>
          <a:xfrm>
            <a:off x="254000" y="3352800"/>
            <a:ext cx="3657600" cy="406400"/>
          </a:xfrm>
          <a:prstGeom prst="rect">
            <a:avLst/>
          </a:prstGeom>
          <a:solidFill>
            <a:srgbClr val="2D1C12"/>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9" name="Rectangle 48">
            <a:extLst>
              <a:ext uri="{FF2B5EF4-FFF2-40B4-BE49-F238E27FC236}">
                <a16:creationId xmlns:a16="http://schemas.microsoft.com/office/drawing/2014/main" id="{B15EA344-07CA-FEF4-BAF9-C4C4EAF4A685}"/>
              </a:ext>
            </a:extLst>
          </p:cNvPr>
          <p:cNvSpPr/>
          <p:nvPr/>
        </p:nvSpPr>
        <p:spPr>
          <a:xfrm>
            <a:off x="3937000" y="3352800"/>
            <a:ext cx="2743200" cy="406400"/>
          </a:xfrm>
          <a:prstGeom prst="rect">
            <a:avLst/>
          </a:prstGeom>
          <a:solidFill>
            <a:srgbClr val="26180E"/>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0" name="Rectangle 49">
            <a:extLst>
              <a:ext uri="{FF2B5EF4-FFF2-40B4-BE49-F238E27FC236}">
                <a16:creationId xmlns:a16="http://schemas.microsoft.com/office/drawing/2014/main" id="{774E0994-55DA-3AF9-835A-9917C24CCCEC}"/>
              </a:ext>
            </a:extLst>
          </p:cNvPr>
          <p:cNvSpPr/>
          <p:nvPr/>
        </p:nvSpPr>
        <p:spPr>
          <a:xfrm>
            <a:off x="6705600" y="3352800"/>
            <a:ext cx="2184400" cy="406400"/>
          </a:xfrm>
          <a:prstGeom prst="rect">
            <a:avLst/>
          </a:prstGeom>
          <a:solidFill>
            <a:srgbClr val="26180E"/>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1" name="TextBox 50">
            <a:extLst>
              <a:ext uri="{FF2B5EF4-FFF2-40B4-BE49-F238E27FC236}">
                <a16:creationId xmlns:a16="http://schemas.microsoft.com/office/drawing/2014/main" id="{3A386C94-D4BC-4C02-29D6-DDE96A3B64CE}"/>
              </a:ext>
            </a:extLst>
          </p:cNvPr>
          <p:cNvSpPr txBox="1"/>
          <p:nvPr/>
        </p:nvSpPr>
        <p:spPr>
          <a:xfrm>
            <a:off x="279400" y="3416300"/>
            <a:ext cx="3606800" cy="369332"/>
          </a:xfrm>
          <a:prstGeom prst="rect">
            <a:avLst/>
          </a:prstGeom>
          <a:noFill/>
        </p:spPr>
        <p:txBody>
          <a:bodyPr vert="horz" wrap="square" rtlCol="0">
            <a:noAutofit/>
          </a:bodyPr>
          <a:lstStyle/>
          <a:p>
            <a:r>
              <a:rPr lang="en-IN" sz="800" b="1">
                <a:solidFill>
                  <a:srgbClr val="F5EDE8"/>
                </a:solidFill>
                <a:latin typeface="Segoe UI" panose="020B0502040204020203" pitchFamily="34" charset="0"/>
              </a:rPr>
              <a:t>Pitfalls P-01 to P-10</a:t>
            </a:r>
          </a:p>
        </p:txBody>
      </p:sp>
      <p:sp>
        <p:nvSpPr>
          <p:cNvPr id="52" name="TextBox 51">
            <a:extLst>
              <a:ext uri="{FF2B5EF4-FFF2-40B4-BE49-F238E27FC236}">
                <a16:creationId xmlns:a16="http://schemas.microsoft.com/office/drawing/2014/main" id="{1AC2960B-16CD-4F52-61ED-5DC1FBAF0646}"/>
              </a:ext>
            </a:extLst>
          </p:cNvPr>
          <p:cNvSpPr txBox="1"/>
          <p:nvPr/>
        </p:nvSpPr>
        <p:spPr>
          <a:xfrm>
            <a:off x="3962400" y="3416300"/>
            <a:ext cx="2692400" cy="369332"/>
          </a:xfrm>
          <a:prstGeom prst="rect">
            <a:avLst/>
          </a:prstGeom>
          <a:noFill/>
        </p:spPr>
        <p:txBody>
          <a:bodyPr vert="horz" wrap="square" rtlCol="0">
            <a:noAutofit/>
          </a:bodyPr>
          <a:lstStyle/>
          <a:p>
            <a:r>
              <a:rPr lang="en-US" sz="700">
                <a:solidFill>
                  <a:srgbClr val="B0927A"/>
                </a:solidFill>
                <a:latin typeface="Segoe UI" panose="020B0502040204020203" pitchFamily="34" charset="0"/>
              </a:rPr>
              <a:t>Root cause + fix for every hard-won bug</a:t>
            </a:r>
            <a:endParaRPr lang="en-IN" sz="700">
              <a:solidFill>
                <a:srgbClr val="B0927A"/>
              </a:solidFill>
              <a:latin typeface="Segoe UI" panose="020B0502040204020203" pitchFamily="34" charset="0"/>
            </a:endParaRPr>
          </a:p>
        </p:txBody>
      </p:sp>
      <p:sp>
        <p:nvSpPr>
          <p:cNvPr id="53" name="TextBox 52">
            <a:extLst>
              <a:ext uri="{FF2B5EF4-FFF2-40B4-BE49-F238E27FC236}">
                <a16:creationId xmlns:a16="http://schemas.microsoft.com/office/drawing/2014/main" id="{CDD1A9D4-4370-1DBD-C45F-88D264FFC4C8}"/>
              </a:ext>
            </a:extLst>
          </p:cNvPr>
          <p:cNvSpPr txBox="1"/>
          <p:nvPr/>
        </p:nvSpPr>
        <p:spPr>
          <a:xfrm>
            <a:off x="6731000" y="3416300"/>
            <a:ext cx="2133600" cy="369332"/>
          </a:xfrm>
          <a:prstGeom prst="rect">
            <a:avLst/>
          </a:prstGeom>
          <a:noFill/>
        </p:spPr>
        <p:txBody>
          <a:bodyPr vert="horz" wrap="square" rtlCol="0">
            <a:noAutofit/>
          </a:bodyPr>
          <a:lstStyle/>
          <a:p>
            <a:r>
              <a:rPr lang="en-US" sz="700">
                <a:solidFill>
                  <a:srgbClr val="8ECF3E"/>
                </a:solidFill>
                <a:latin typeface="Segoe UI" panose="020B0502040204020203" pitchFamily="34" charset="0"/>
              </a:rPr>
              <a:t>No developer rediscovers the same issue</a:t>
            </a:r>
            <a:endParaRPr lang="en-IN" sz="700">
              <a:solidFill>
                <a:srgbClr val="8ECF3E"/>
              </a:solidFill>
              <a:latin typeface="Segoe UI" panose="020B0502040204020203" pitchFamily="34" charset="0"/>
            </a:endParaRPr>
          </a:p>
        </p:txBody>
      </p:sp>
      <p:sp>
        <p:nvSpPr>
          <p:cNvPr id="54" name="Rectangle 53">
            <a:extLst>
              <a:ext uri="{FF2B5EF4-FFF2-40B4-BE49-F238E27FC236}">
                <a16:creationId xmlns:a16="http://schemas.microsoft.com/office/drawing/2014/main" id="{919FCB1E-20EC-0FA7-13DE-1FCBE3492413}"/>
              </a:ext>
            </a:extLst>
          </p:cNvPr>
          <p:cNvSpPr/>
          <p:nvPr/>
        </p:nvSpPr>
        <p:spPr>
          <a:xfrm>
            <a:off x="254000" y="3784600"/>
            <a:ext cx="3657600" cy="406400"/>
          </a:xfrm>
          <a:prstGeom prst="rect">
            <a:avLst/>
          </a:prstGeom>
          <a:solidFill>
            <a:srgbClr val="2D1C12"/>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Rectangle 54">
            <a:extLst>
              <a:ext uri="{FF2B5EF4-FFF2-40B4-BE49-F238E27FC236}">
                <a16:creationId xmlns:a16="http://schemas.microsoft.com/office/drawing/2014/main" id="{3EEF3440-A46B-6C1F-2F64-371BC5B178BC}"/>
              </a:ext>
            </a:extLst>
          </p:cNvPr>
          <p:cNvSpPr/>
          <p:nvPr/>
        </p:nvSpPr>
        <p:spPr>
          <a:xfrm>
            <a:off x="3937000" y="3784600"/>
            <a:ext cx="2743200" cy="406400"/>
          </a:xfrm>
          <a:prstGeom prst="rect">
            <a:avLst/>
          </a:prstGeom>
          <a:solidFill>
            <a:srgbClr val="26180E"/>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Rectangle 55">
            <a:extLst>
              <a:ext uri="{FF2B5EF4-FFF2-40B4-BE49-F238E27FC236}">
                <a16:creationId xmlns:a16="http://schemas.microsoft.com/office/drawing/2014/main" id="{3BA94E93-4256-DED9-1357-DD1DFD8740AF}"/>
              </a:ext>
            </a:extLst>
          </p:cNvPr>
          <p:cNvSpPr/>
          <p:nvPr/>
        </p:nvSpPr>
        <p:spPr>
          <a:xfrm>
            <a:off x="6705600" y="3784600"/>
            <a:ext cx="2184400" cy="406400"/>
          </a:xfrm>
          <a:prstGeom prst="rect">
            <a:avLst/>
          </a:prstGeom>
          <a:solidFill>
            <a:srgbClr val="26180E"/>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TextBox 56">
            <a:extLst>
              <a:ext uri="{FF2B5EF4-FFF2-40B4-BE49-F238E27FC236}">
                <a16:creationId xmlns:a16="http://schemas.microsoft.com/office/drawing/2014/main" id="{E626BA6D-E975-0076-1EB6-8453B8DF6F7A}"/>
              </a:ext>
            </a:extLst>
          </p:cNvPr>
          <p:cNvSpPr txBox="1"/>
          <p:nvPr/>
        </p:nvSpPr>
        <p:spPr>
          <a:xfrm>
            <a:off x="279400" y="3848100"/>
            <a:ext cx="3606800" cy="369332"/>
          </a:xfrm>
          <a:prstGeom prst="rect">
            <a:avLst/>
          </a:prstGeom>
          <a:noFill/>
        </p:spPr>
        <p:txBody>
          <a:bodyPr vert="horz" wrap="square" rtlCol="0">
            <a:noAutofit/>
          </a:bodyPr>
          <a:lstStyle/>
          <a:p>
            <a:r>
              <a:rPr lang="en-IN" sz="800" b="1">
                <a:solidFill>
                  <a:srgbClr val="F5EDE8"/>
                </a:solidFill>
                <a:latin typeface="Segoe UI" panose="020B0502040204020203" pitchFamily="34" charset="0"/>
              </a:rPr>
              <a:t>Agent Behaviour Rules</a:t>
            </a:r>
          </a:p>
        </p:txBody>
      </p:sp>
      <p:sp>
        <p:nvSpPr>
          <p:cNvPr id="58" name="TextBox 57">
            <a:extLst>
              <a:ext uri="{FF2B5EF4-FFF2-40B4-BE49-F238E27FC236}">
                <a16:creationId xmlns:a16="http://schemas.microsoft.com/office/drawing/2014/main" id="{A703A6B8-FA7E-8B22-C66A-734048763F89}"/>
              </a:ext>
            </a:extLst>
          </p:cNvPr>
          <p:cNvSpPr txBox="1"/>
          <p:nvPr/>
        </p:nvSpPr>
        <p:spPr>
          <a:xfrm>
            <a:off x="3962400" y="3848100"/>
            <a:ext cx="2692400" cy="369332"/>
          </a:xfrm>
          <a:prstGeom prst="rect">
            <a:avLst/>
          </a:prstGeom>
          <a:noFill/>
        </p:spPr>
        <p:txBody>
          <a:bodyPr vert="horz" wrap="square" rtlCol="0">
            <a:noAutofit/>
          </a:bodyPr>
          <a:lstStyle/>
          <a:p>
            <a:r>
              <a:rPr lang="en-US" sz="700">
                <a:solidFill>
                  <a:srgbClr val="B0927A"/>
                </a:solidFill>
                <a:latin typeface="Segoe UI" panose="020B0502040204020203" pitchFamily="34" charset="0"/>
              </a:rPr>
              <a:t>10 numbered constraints for code generation</a:t>
            </a:r>
            <a:endParaRPr lang="en-IN" sz="700">
              <a:solidFill>
                <a:srgbClr val="B0927A"/>
              </a:solidFill>
              <a:latin typeface="Segoe UI" panose="020B0502040204020203" pitchFamily="34" charset="0"/>
            </a:endParaRPr>
          </a:p>
        </p:txBody>
      </p:sp>
      <p:sp>
        <p:nvSpPr>
          <p:cNvPr id="59" name="TextBox 58">
            <a:extLst>
              <a:ext uri="{FF2B5EF4-FFF2-40B4-BE49-F238E27FC236}">
                <a16:creationId xmlns:a16="http://schemas.microsoft.com/office/drawing/2014/main" id="{DAD8E5C2-42F0-CA62-195D-E4227B067D36}"/>
              </a:ext>
            </a:extLst>
          </p:cNvPr>
          <p:cNvSpPr txBox="1"/>
          <p:nvPr/>
        </p:nvSpPr>
        <p:spPr>
          <a:xfrm>
            <a:off x="6731000" y="3848100"/>
            <a:ext cx="2133600" cy="369332"/>
          </a:xfrm>
          <a:prstGeom prst="rect">
            <a:avLst/>
          </a:prstGeom>
          <a:noFill/>
        </p:spPr>
        <p:txBody>
          <a:bodyPr vert="horz" wrap="square" rtlCol="0">
            <a:noAutofit/>
          </a:bodyPr>
          <a:lstStyle/>
          <a:p>
            <a:r>
              <a:rPr lang="en-US" sz="700">
                <a:solidFill>
                  <a:srgbClr val="8ECF3E"/>
                </a:solidFill>
                <a:latin typeface="Segoe UI" panose="020B0502040204020203" pitchFamily="34" charset="0"/>
              </a:rPr>
              <a:t>Same quality from every developer</a:t>
            </a:r>
            <a:endParaRPr lang="en-IN" sz="700">
              <a:solidFill>
                <a:srgbClr val="8ECF3E"/>
              </a:solidFill>
              <a:latin typeface="Segoe UI" panose="020B0502040204020203" pitchFamily="34" charset="0"/>
            </a:endParaRPr>
          </a:p>
        </p:txBody>
      </p:sp>
      <p:pic>
        <p:nvPicPr>
          <p:cNvPr id="61" name="Picture 60">
            <a:extLst>
              <a:ext uri="{FF2B5EF4-FFF2-40B4-BE49-F238E27FC236}">
                <a16:creationId xmlns:a16="http://schemas.microsoft.com/office/drawing/2014/main" id="{850CD2B5-7D7F-7DC3-8C18-E3C3119380CD}"/>
              </a:ext>
            </a:extLst>
          </p:cNvPr>
          <p:cNvPicPr>
            <a:picLocks/>
          </p:cNvPicPr>
          <p:nvPr/>
        </p:nvPicPr>
        <p:blipFill>
          <a:blip r:embed="rId2">
            <a:extLst>
              <a:ext uri="{28A0092B-C50C-407E-A947-70E740481C1C}">
                <a14:useLocalDpi xmlns:a14="http://schemas.microsoft.com/office/drawing/2010/main" val="0"/>
              </a:ext>
            </a:extLst>
          </a:blip>
          <a:stretch>
            <a:fillRect/>
          </a:stretch>
        </p:blipFill>
        <p:spPr>
          <a:xfrm>
            <a:off x="6680200" y="673100"/>
            <a:ext cx="2159000" cy="3454400"/>
          </a:xfrm>
          <a:prstGeom prst="rect">
            <a:avLst/>
          </a:prstGeom>
        </p:spPr>
      </p:pic>
    </p:spTree>
    <p:extLst>
      <p:ext uri="{BB962C8B-B14F-4D97-AF65-F5344CB8AC3E}">
        <p14:creationId xmlns:p14="http://schemas.microsoft.com/office/powerpoint/2010/main" val="1104194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FF38A3D-5F03-1EAB-FCD4-6FDE5EBFFC03}"/>
              </a:ext>
            </a:extLst>
          </p:cNvPr>
          <p:cNvSpPr/>
          <p:nvPr/>
        </p:nvSpPr>
        <p:spPr>
          <a:xfrm>
            <a:off x="0" y="0"/>
            <a:ext cx="9144000" cy="38100"/>
          </a:xfrm>
          <a:prstGeom prst="rect">
            <a:avLst/>
          </a:prstGeom>
          <a:solidFill>
            <a:srgbClr val="23A6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3744838A-F614-5448-139D-B88564C64B3E}"/>
              </a:ext>
            </a:extLst>
          </p:cNvPr>
          <p:cNvSpPr txBox="1"/>
          <p:nvPr/>
        </p:nvSpPr>
        <p:spPr>
          <a:xfrm>
            <a:off x="0" y="4991100"/>
            <a:ext cx="9144000" cy="369332"/>
          </a:xfrm>
          <a:prstGeom prst="rect">
            <a:avLst/>
          </a:prstGeom>
          <a:noFill/>
        </p:spPr>
        <p:txBody>
          <a:bodyPr vert="horz" wrap="square" rtlCol="0">
            <a:noAutofit/>
          </a:bodyPr>
          <a:lstStyle/>
          <a:p>
            <a:pPr algn="ctr"/>
            <a:r>
              <a:rPr lang="en-IN" sz="700">
                <a:solidFill>
                  <a:srgbClr val="503424"/>
                </a:solidFill>
                <a:latin typeface="Segoe UI" panose="020B0502040204020203" pitchFamily="34" charset="0"/>
              </a:rPr>
              <a:t>GitHub Copilot x Inspire Brands QE</a:t>
            </a:r>
          </a:p>
        </p:txBody>
      </p:sp>
      <p:sp>
        <p:nvSpPr>
          <p:cNvPr id="4" name="TextBox 3">
            <a:extLst>
              <a:ext uri="{FF2B5EF4-FFF2-40B4-BE49-F238E27FC236}">
                <a16:creationId xmlns:a16="http://schemas.microsoft.com/office/drawing/2014/main" id="{F13724AE-2DAA-F9E7-A920-57C07A1DCB22}"/>
              </a:ext>
            </a:extLst>
          </p:cNvPr>
          <p:cNvSpPr txBox="1"/>
          <p:nvPr/>
        </p:nvSpPr>
        <p:spPr>
          <a:xfrm>
            <a:off x="254000" y="152400"/>
            <a:ext cx="8636000" cy="369332"/>
          </a:xfrm>
          <a:prstGeom prst="rect">
            <a:avLst/>
          </a:prstGeom>
          <a:noFill/>
        </p:spPr>
        <p:txBody>
          <a:bodyPr vert="horz" wrap="square" rtlCol="0">
            <a:noAutofit/>
          </a:bodyPr>
          <a:lstStyle/>
          <a:p>
            <a:r>
              <a:rPr lang="en-US" sz="1300" b="1">
                <a:solidFill>
                  <a:srgbClr val="F5EDE8"/>
                </a:solidFill>
                <a:latin typeface="Segoe UI" panose="020B0502040204020203" pitchFamily="34" charset="0"/>
              </a:rPr>
              <a:t>Demo - Select Agent and Add Baskin Robbins Brand</a:t>
            </a:r>
            <a:endParaRPr lang="en-IN" sz="1300" b="1">
              <a:solidFill>
                <a:srgbClr val="F5EDE8"/>
              </a:solidFill>
              <a:latin typeface="Segoe UI" panose="020B0502040204020203" pitchFamily="34" charset="0"/>
            </a:endParaRPr>
          </a:p>
        </p:txBody>
      </p:sp>
      <p:sp>
        <p:nvSpPr>
          <p:cNvPr id="5" name="Rectangle 4">
            <a:extLst>
              <a:ext uri="{FF2B5EF4-FFF2-40B4-BE49-F238E27FC236}">
                <a16:creationId xmlns:a16="http://schemas.microsoft.com/office/drawing/2014/main" id="{95F388A2-9EBA-FE67-F6F3-689501831AA7}"/>
              </a:ext>
            </a:extLst>
          </p:cNvPr>
          <p:cNvSpPr/>
          <p:nvPr/>
        </p:nvSpPr>
        <p:spPr>
          <a:xfrm>
            <a:off x="254000" y="431800"/>
            <a:ext cx="8636000" cy="12700"/>
          </a:xfrm>
          <a:prstGeom prst="rect">
            <a:avLst/>
          </a:prstGeom>
          <a:solidFill>
            <a:srgbClr val="5034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47140F4A-6FE1-08A3-968B-FC2F1370E284}"/>
              </a:ext>
            </a:extLst>
          </p:cNvPr>
          <p:cNvSpPr txBox="1"/>
          <p:nvPr/>
        </p:nvSpPr>
        <p:spPr>
          <a:xfrm>
            <a:off x="304800" y="508000"/>
            <a:ext cx="4191000" cy="369332"/>
          </a:xfrm>
          <a:prstGeom prst="rect">
            <a:avLst/>
          </a:prstGeom>
          <a:noFill/>
        </p:spPr>
        <p:txBody>
          <a:bodyPr vert="horz" wrap="square" rtlCol="0">
            <a:noAutofit/>
          </a:bodyPr>
          <a:lstStyle/>
          <a:p>
            <a:r>
              <a:rPr lang="en-US" sz="800" b="1">
                <a:solidFill>
                  <a:srgbClr val="23A6F5"/>
                </a:solidFill>
                <a:latin typeface="Segoe UI" panose="020B0502040204020203" pitchFamily="34" charset="0"/>
              </a:rPr>
              <a:t>PART 1 - Selecting the Custom Agent</a:t>
            </a:r>
            <a:endParaRPr lang="en-IN" sz="800" b="1">
              <a:solidFill>
                <a:srgbClr val="23A6F5"/>
              </a:solidFill>
              <a:latin typeface="Segoe UI" panose="020B0502040204020203" pitchFamily="34" charset="0"/>
            </a:endParaRPr>
          </a:p>
        </p:txBody>
      </p:sp>
      <p:sp>
        <p:nvSpPr>
          <p:cNvPr id="7" name="Rectangle 6">
            <a:extLst>
              <a:ext uri="{FF2B5EF4-FFF2-40B4-BE49-F238E27FC236}">
                <a16:creationId xmlns:a16="http://schemas.microsoft.com/office/drawing/2014/main" id="{9893127F-B6A0-4987-9AEE-837E88C687C1}"/>
              </a:ext>
            </a:extLst>
          </p:cNvPr>
          <p:cNvSpPr/>
          <p:nvPr/>
        </p:nvSpPr>
        <p:spPr>
          <a:xfrm>
            <a:off x="304800" y="723900"/>
            <a:ext cx="254000" cy="254000"/>
          </a:xfrm>
          <a:prstGeom prst="rect">
            <a:avLst/>
          </a:prstGeom>
          <a:solidFill>
            <a:srgbClr val="23A6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07C05DD0-2A22-F61F-34E8-BD158842FC18}"/>
              </a:ext>
            </a:extLst>
          </p:cNvPr>
          <p:cNvSpPr txBox="1"/>
          <p:nvPr/>
        </p:nvSpPr>
        <p:spPr>
          <a:xfrm>
            <a:off x="304800" y="723900"/>
            <a:ext cx="254000" cy="369332"/>
          </a:xfrm>
          <a:prstGeom prst="rect">
            <a:avLst/>
          </a:prstGeom>
          <a:noFill/>
        </p:spPr>
        <p:txBody>
          <a:bodyPr vert="horz" wrap="square" rtlCol="0">
            <a:noAutofit/>
          </a:bodyPr>
          <a:lstStyle/>
          <a:p>
            <a:pPr algn="ctr"/>
            <a:r>
              <a:rPr lang="en-IN" sz="900" b="1">
                <a:solidFill>
                  <a:srgbClr val="000000"/>
                </a:solidFill>
                <a:latin typeface="Segoe UI" panose="020B0502040204020203" pitchFamily="34" charset="0"/>
              </a:rPr>
              <a:t>1</a:t>
            </a:r>
          </a:p>
        </p:txBody>
      </p:sp>
      <p:sp>
        <p:nvSpPr>
          <p:cNvPr id="9" name="TextBox 8">
            <a:extLst>
              <a:ext uri="{FF2B5EF4-FFF2-40B4-BE49-F238E27FC236}">
                <a16:creationId xmlns:a16="http://schemas.microsoft.com/office/drawing/2014/main" id="{956D4BE0-C08A-4020-0A23-194E23E701F0}"/>
              </a:ext>
            </a:extLst>
          </p:cNvPr>
          <p:cNvSpPr txBox="1"/>
          <p:nvPr/>
        </p:nvSpPr>
        <p:spPr>
          <a:xfrm>
            <a:off x="609600" y="723900"/>
            <a:ext cx="3556000" cy="369332"/>
          </a:xfrm>
          <a:prstGeom prst="rect">
            <a:avLst/>
          </a:prstGeom>
          <a:noFill/>
        </p:spPr>
        <p:txBody>
          <a:bodyPr vert="horz" wrap="square" rtlCol="0">
            <a:noAutofit/>
          </a:bodyPr>
          <a:lstStyle/>
          <a:p>
            <a:r>
              <a:rPr lang="en-IN" sz="900" b="1">
                <a:solidFill>
                  <a:srgbClr val="F5EDE8"/>
                </a:solidFill>
                <a:latin typeface="Segoe UI" panose="020B0502040204020203" pitchFamily="34" charset="0"/>
              </a:rPr>
              <a:t>Open Copilot Chat</a:t>
            </a:r>
          </a:p>
        </p:txBody>
      </p:sp>
      <p:sp>
        <p:nvSpPr>
          <p:cNvPr id="10" name="TextBox 9">
            <a:extLst>
              <a:ext uri="{FF2B5EF4-FFF2-40B4-BE49-F238E27FC236}">
                <a16:creationId xmlns:a16="http://schemas.microsoft.com/office/drawing/2014/main" id="{FB7744C2-C43E-34A2-2C23-3B9CF436710C}"/>
              </a:ext>
            </a:extLst>
          </p:cNvPr>
          <p:cNvSpPr txBox="1"/>
          <p:nvPr/>
        </p:nvSpPr>
        <p:spPr>
          <a:xfrm>
            <a:off x="609600" y="889000"/>
            <a:ext cx="3556000" cy="369332"/>
          </a:xfrm>
          <a:prstGeom prst="rect">
            <a:avLst/>
          </a:prstGeom>
          <a:noFill/>
        </p:spPr>
        <p:txBody>
          <a:bodyPr vert="horz" wrap="square" rtlCol="0">
            <a:noAutofit/>
          </a:bodyPr>
          <a:lstStyle/>
          <a:p>
            <a:r>
              <a:rPr lang="en-US" sz="800">
                <a:solidFill>
                  <a:srgbClr val="B0927A"/>
                </a:solidFill>
                <a:latin typeface="Segoe UI" panose="020B0502040204020203" pitchFamily="34" charset="0"/>
              </a:rPr>
              <a:t>Press Ctrl+Shift+I or click the Copilot icon in sidebar</a:t>
            </a:r>
            <a:endParaRPr lang="en-IN" sz="800">
              <a:solidFill>
                <a:srgbClr val="B0927A"/>
              </a:solidFill>
              <a:latin typeface="Segoe UI" panose="020B0502040204020203" pitchFamily="34" charset="0"/>
            </a:endParaRPr>
          </a:p>
        </p:txBody>
      </p:sp>
      <p:sp>
        <p:nvSpPr>
          <p:cNvPr id="11" name="Rectangle 10">
            <a:extLst>
              <a:ext uri="{FF2B5EF4-FFF2-40B4-BE49-F238E27FC236}">
                <a16:creationId xmlns:a16="http://schemas.microsoft.com/office/drawing/2014/main" id="{BDE7CDC7-DF5A-574C-98D8-4B196074F49E}"/>
              </a:ext>
            </a:extLst>
          </p:cNvPr>
          <p:cNvSpPr/>
          <p:nvPr/>
        </p:nvSpPr>
        <p:spPr>
          <a:xfrm>
            <a:off x="254000" y="1092200"/>
            <a:ext cx="4191000" cy="12700"/>
          </a:xfrm>
          <a:prstGeom prst="rect">
            <a:avLst/>
          </a:prstGeom>
          <a:solidFill>
            <a:srgbClr val="5034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6425D9B5-2ED1-6045-03EA-6DE9CCD01584}"/>
              </a:ext>
            </a:extLst>
          </p:cNvPr>
          <p:cNvSpPr/>
          <p:nvPr/>
        </p:nvSpPr>
        <p:spPr>
          <a:xfrm>
            <a:off x="304800" y="1155700"/>
            <a:ext cx="254000" cy="254000"/>
          </a:xfrm>
          <a:prstGeom prst="rect">
            <a:avLst/>
          </a:prstGeom>
          <a:solidFill>
            <a:srgbClr val="23A6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926BCF85-9E06-22B5-7CD7-AE702B26BA10}"/>
              </a:ext>
            </a:extLst>
          </p:cNvPr>
          <p:cNvSpPr txBox="1"/>
          <p:nvPr/>
        </p:nvSpPr>
        <p:spPr>
          <a:xfrm>
            <a:off x="304800" y="1155700"/>
            <a:ext cx="254000" cy="369332"/>
          </a:xfrm>
          <a:prstGeom prst="rect">
            <a:avLst/>
          </a:prstGeom>
          <a:noFill/>
        </p:spPr>
        <p:txBody>
          <a:bodyPr vert="horz" wrap="square" rtlCol="0">
            <a:noAutofit/>
          </a:bodyPr>
          <a:lstStyle/>
          <a:p>
            <a:pPr algn="ctr"/>
            <a:r>
              <a:rPr lang="en-IN" sz="900" b="1">
                <a:solidFill>
                  <a:srgbClr val="000000"/>
                </a:solidFill>
                <a:latin typeface="Segoe UI" panose="020B0502040204020203" pitchFamily="34" charset="0"/>
              </a:rPr>
              <a:t>2</a:t>
            </a:r>
          </a:p>
        </p:txBody>
      </p:sp>
      <p:sp>
        <p:nvSpPr>
          <p:cNvPr id="14" name="TextBox 13">
            <a:extLst>
              <a:ext uri="{FF2B5EF4-FFF2-40B4-BE49-F238E27FC236}">
                <a16:creationId xmlns:a16="http://schemas.microsoft.com/office/drawing/2014/main" id="{1FE173CC-FC46-76C6-F2AA-0CB6CDF6165E}"/>
              </a:ext>
            </a:extLst>
          </p:cNvPr>
          <p:cNvSpPr txBox="1"/>
          <p:nvPr/>
        </p:nvSpPr>
        <p:spPr>
          <a:xfrm>
            <a:off x="609600" y="1155700"/>
            <a:ext cx="3556000" cy="369332"/>
          </a:xfrm>
          <a:prstGeom prst="rect">
            <a:avLst/>
          </a:prstGeom>
          <a:noFill/>
        </p:spPr>
        <p:txBody>
          <a:bodyPr vert="horz" wrap="square" rtlCol="0">
            <a:noAutofit/>
          </a:bodyPr>
          <a:lstStyle/>
          <a:p>
            <a:r>
              <a:rPr lang="en-IN" sz="900" b="1">
                <a:solidFill>
                  <a:srgbClr val="F5EDE8"/>
                </a:solidFill>
                <a:latin typeface="Segoe UI" panose="020B0502040204020203" pitchFamily="34" charset="0"/>
              </a:rPr>
              <a:t>Click the Agent Picker</a:t>
            </a:r>
          </a:p>
        </p:txBody>
      </p:sp>
      <p:sp>
        <p:nvSpPr>
          <p:cNvPr id="15" name="TextBox 14">
            <a:extLst>
              <a:ext uri="{FF2B5EF4-FFF2-40B4-BE49-F238E27FC236}">
                <a16:creationId xmlns:a16="http://schemas.microsoft.com/office/drawing/2014/main" id="{79D9F54B-BD20-DAFA-465D-2C085632AF41}"/>
              </a:ext>
            </a:extLst>
          </p:cNvPr>
          <p:cNvSpPr txBox="1"/>
          <p:nvPr/>
        </p:nvSpPr>
        <p:spPr>
          <a:xfrm>
            <a:off x="609600" y="1320800"/>
            <a:ext cx="3556000" cy="369332"/>
          </a:xfrm>
          <a:prstGeom prst="rect">
            <a:avLst/>
          </a:prstGeom>
          <a:noFill/>
        </p:spPr>
        <p:txBody>
          <a:bodyPr vert="horz" wrap="square" rtlCol="0">
            <a:noAutofit/>
          </a:bodyPr>
          <a:lstStyle/>
          <a:p>
            <a:r>
              <a:rPr lang="en-US" sz="800">
                <a:solidFill>
                  <a:srgbClr val="B0927A"/>
                </a:solidFill>
                <a:latin typeface="Segoe UI" panose="020B0502040204020203" pitchFamily="34" charset="0"/>
              </a:rPr>
              <a:t>Type @ or click the Agent button at bottom of chat panel</a:t>
            </a:r>
            <a:endParaRPr lang="en-IN" sz="800">
              <a:solidFill>
                <a:srgbClr val="B0927A"/>
              </a:solidFill>
              <a:latin typeface="Segoe UI" panose="020B0502040204020203" pitchFamily="34" charset="0"/>
            </a:endParaRPr>
          </a:p>
        </p:txBody>
      </p:sp>
      <p:sp>
        <p:nvSpPr>
          <p:cNvPr id="16" name="Rectangle 15">
            <a:extLst>
              <a:ext uri="{FF2B5EF4-FFF2-40B4-BE49-F238E27FC236}">
                <a16:creationId xmlns:a16="http://schemas.microsoft.com/office/drawing/2014/main" id="{14FBFF5B-A0FA-C3BC-DEA3-244EBA3D9FCB}"/>
              </a:ext>
            </a:extLst>
          </p:cNvPr>
          <p:cNvSpPr/>
          <p:nvPr/>
        </p:nvSpPr>
        <p:spPr>
          <a:xfrm>
            <a:off x="254000" y="1524000"/>
            <a:ext cx="4191000" cy="12700"/>
          </a:xfrm>
          <a:prstGeom prst="rect">
            <a:avLst/>
          </a:prstGeom>
          <a:solidFill>
            <a:srgbClr val="5034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54A843BB-9B97-8AA3-A355-4B8D37C88006}"/>
              </a:ext>
            </a:extLst>
          </p:cNvPr>
          <p:cNvSpPr/>
          <p:nvPr/>
        </p:nvSpPr>
        <p:spPr>
          <a:xfrm>
            <a:off x="304800" y="1587500"/>
            <a:ext cx="254000" cy="254000"/>
          </a:xfrm>
          <a:prstGeom prst="rect">
            <a:avLst/>
          </a:prstGeom>
          <a:solidFill>
            <a:srgbClr val="23A6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C40C9F87-AA7D-E961-5663-133E3A102564}"/>
              </a:ext>
            </a:extLst>
          </p:cNvPr>
          <p:cNvSpPr txBox="1"/>
          <p:nvPr/>
        </p:nvSpPr>
        <p:spPr>
          <a:xfrm>
            <a:off x="304800" y="1587500"/>
            <a:ext cx="254000" cy="369332"/>
          </a:xfrm>
          <a:prstGeom prst="rect">
            <a:avLst/>
          </a:prstGeom>
          <a:noFill/>
        </p:spPr>
        <p:txBody>
          <a:bodyPr vert="horz" wrap="square" rtlCol="0">
            <a:noAutofit/>
          </a:bodyPr>
          <a:lstStyle/>
          <a:p>
            <a:pPr algn="ctr"/>
            <a:r>
              <a:rPr lang="en-IN" sz="900" b="1">
                <a:solidFill>
                  <a:srgbClr val="000000"/>
                </a:solidFill>
                <a:latin typeface="Segoe UI" panose="020B0502040204020203" pitchFamily="34" charset="0"/>
              </a:rPr>
              <a:t>3</a:t>
            </a:r>
          </a:p>
        </p:txBody>
      </p:sp>
      <p:sp>
        <p:nvSpPr>
          <p:cNvPr id="19" name="TextBox 18">
            <a:extLst>
              <a:ext uri="{FF2B5EF4-FFF2-40B4-BE49-F238E27FC236}">
                <a16:creationId xmlns:a16="http://schemas.microsoft.com/office/drawing/2014/main" id="{F93DE9CB-90EE-884B-289E-917E31CC2B1C}"/>
              </a:ext>
            </a:extLst>
          </p:cNvPr>
          <p:cNvSpPr txBox="1"/>
          <p:nvPr/>
        </p:nvSpPr>
        <p:spPr>
          <a:xfrm>
            <a:off x="609600" y="1587500"/>
            <a:ext cx="3556000" cy="369332"/>
          </a:xfrm>
          <a:prstGeom prst="rect">
            <a:avLst/>
          </a:prstGeom>
          <a:noFill/>
        </p:spPr>
        <p:txBody>
          <a:bodyPr vert="horz" wrap="square" rtlCol="0">
            <a:noAutofit/>
          </a:bodyPr>
          <a:lstStyle/>
          <a:p>
            <a:r>
              <a:rPr lang="en-IN" sz="900" b="1">
                <a:solidFill>
                  <a:srgbClr val="F5EDE8"/>
                </a:solidFill>
                <a:latin typeface="Segoe UI" panose="020B0502040204020203" pitchFamily="34" charset="0"/>
              </a:rPr>
              <a:t>Select the Inspire Agent</a:t>
            </a:r>
          </a:p>
        </p:txBody>
      </p:sp>
      <p:sp>
        <p:nvSpPr>
          <p:cNvPr id="20" name="TextBox 19">
            <a:extLst>
              <a:ext uri="{FF2B5EF4-FFF2-40B4-BE49-F238E27FC236}">
                <a16:creationId xmlns:a16="http://schemas.microsoft.com/office/drawing/2014/main" id="{866F8A28-4A5E-2A91-3EA0-CA92441590C0}"/>
              </a:ext>
            </a:extLst>
          </p:cNvPr>
          <p:cNvSpPr txBox="1"/>
          <p:nvPr/>
        </p:nvSpPr>
        <p:spPr>
          <a:xfrm>
            <a:off x="609600" y="1752600"/>
            <a:ext cx="3556000" cy="369332"/>
          </a:xfrm>
          <a:prstGeom prst="rect">
            <a:avLst/>
          </a:prstGeom>
          <a:noFill/>
        </p:spPr>
        <p:txBody>
          <a:bodyPr vert="horz" wrap="square" rtlCol="0">
            <a:noAutofit/>
          </a:bodyPr>
          <a:lstStyle/>
          <a:p>
            <a:r>
              <a:rPr lang="en-IN" sz="800">
                <a:solidFill>
                  <a:srgbClr val="B0927A"/>
                </a:solidFill>
                <a:latin typeface="Segoe UI" panose="020B0502040204020203" pitchFamily="34" charset="0"/>
              </a:rPr>
              <a:t>Choose Inspire-Franchise-Selenium-Automation-Framework-Agent</a:t>
            </a:r>
          </a:p>
        </p:txBody>
      </p:sp>
      <p:sp>
        <p:nvSpPr>
          <p:cNvPr id="21" name="Rectangle 20">
            <a:extLst>
              <a:ext uri="{FF2B5EF4-FFF2-40B4-BE49-F238E27FC236}">
                <a16:creationId xmlns:a16="http://schemas.microsoft.com/office/drawing/2014/main" id="{1FFED5AC-A1F0-5292-642D-04138E35D368}"/>
              </a:ext>
            </a:extLst>
          </p:cNvPr>
          <p:cNvSpPr/>
          <p:nvPr/>
        </p:nvSpPr>
        <p:spPr>
          <a:xfrm>
            <a:off x="254000" y="1955800"/>
            <a:ext cx="4191000" cy="12700"/>
          </a:xfrm>
          <a:prstGeom prst="rect">
            <a:avLst/>
          </a:prstGeom>
          <a:solidFill>
            <a:srgbClr val="5034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A254A139-C752-F149-634C-F35159A97557}"/>
              </a:ext>
            </a:extLst>
          </p:cNvPr>
          <p:cNvSpPr/>
          <p:nvPr/>
        </p:nvSpPr>
        <p:spPr>
          <a:xfrm>
            <a:off x="304800" y="2019300"/>
            <a:ext cx="254000" cy="254000"/>
          </a:xfrm>
          <a:prstGeom prst="rect">
            <a:avLst/>
          </a:prstGeom>
          <a:solidFill>
            <a:srgbClr val="23A6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06769F84-2BEC-A9DD-C9D8-11E2C864206E}"/>
              </a:ext>
            </a:extLst>
          </p:cNvPr>
          <p:cNvSpPr txBox="1"/>
          <p:nvPr/>
        </p:nvSpPr>
        <p:spPr>
          <a:xfrm>
            <a:off x="304800" y="2019300"/>
            <a:ext cx="254000" cy="369332"/>
          </a:xfrm>
          <a:prstGeom prst="rect">
            <a:avLst/>
          </a:prstGeom>
          <a:noFill/>
        </p:spPr>
        <p:txBody>
          <a:bodyPr vert="horz" wrap="square" rtlCol="0">
            <a:noAutofit/>
          </a:bodyPr>
          <a:lstStyle/>
          <a:p>
            <a:pPr algn="ctr"/>
            <a:r>
              <a:rPr lang="en-IN" sz="900" b="1">
                <a:solidFill>
                  <a:srgbClr val="000000"/>
                </a:solidFill>
                <a:latin typeface="Segoe UI" panose="020B0502040204020203" pitchFamily="34" charset="0"/>
              </a:rPr>
              <a:t>4</a:t>
            </a:r>
          </a:p>
        </p:txBody>
      </p:sp>
      <p:sp>
        <p:nvSpPr>
          <p:cNvPr id="24" name="TextBox 23">
            <a:extLst>
              <a:ext uri="{FF2B5EF4-FFF2-40B4-BE49-F238E27FC236}">
                <a16:creationId xmlns:a16="http://schemas.microsoft.com/office/drawing/2014/main" id="{23F56BB3-480F-5559-7931-A1B8524B7504}"/>
              </a:ext>
            </a:extLst>
          </p:cNvPr>
          <p:cNvSpPr txBox="1"/>
          <p:nvPr/>
        </p:nvSpPr>
        <p:spPr>
          <a:xfrm>
            <a:off x="609600" y="2019300"/>
            <a:ext cx="3556000" cy="369332"/>
          </a:xfrm>
          <a:prstGeom prst="rect">
            <a:avLst/>
          </a:prstGeom>
          <a:noFill/>
        </p:spPr>
        <p:txBody>
          <a:bodyPr vert="horz" wrap="square" rtlCol="0">
            <a:noAutofit/>
          </a:bodyPr>
          <a:lstStyle/>
          <a:p>
            <a:r>
              <a:rPr lang="en-IN" sz="900" b="1">
                <a:solidFill>
                  <a:srgbClr val="F5EDE8"/>
                </a:solidFill>
                <a:latin typeface="Segoe UI" panose="020B0502040204020203" pitchFamily="34" charset="0"/>
              </a:rPr>
              <a:t>Agent is Active</a:t>
            </a:r>
          </a:p>
        </p:txBody>
      </p:sp>
      <p:sp>
        <p:nvSpPr>
          <p:cNvPr id="25" name="TextBox 24">
            <a:extLst>
              <a:ext uri="{FF2B5EF4-FFF2-40B4-BE49-F238E27FC236}">
                <a16:creationId xmlns:a16="http://schemas.microsoft.com/office/drawing/2014/main" id="{376CD839-EE7D-4194-6B10-FBC882AABFC5}"/>
              </a:ext>
            </a:extLst>
          </p:cNvPr>
          <p:cNvSpPr txBox="1"/>
          <p:nvPr/>
        </p:nvSpPr>
        <p:spPr>
          <a:xfrm>
            <a:off x="609600" y="2184400"/>
            <a:ext cx="3556000" cy="369332"/>
          </a:xfrm>
          <a:prstGeom prst="rect">
            <a:avLst/>
          </a:prstGeom>
          <a:noFill/>
        </p:spPr>
        <p:txBody>
          <a:bodyPr vert="horz" wrap="square" rtlCol="0">
            <a:noAutofit/>
          </a:bodyPr>
          <a:lstStyle/>
          <a:p>
            <a:r>
              <a:rPr lang="en-US" sz="800">
                <a:solidFill>
                  <a:srgbClr val="B0927A"/>
                </a:solidFill>
                <a:latin typeface="Segoe UI" panose="020B0502040204020203" pitchFamily="34" charset="0"/>
              </a:rPr>
              <a:t>Agent name in chat header. All framework rules pre-loaded.</a:t>
            </a:r>
            <a:endParaRPr lang="en-IN" sz="800">
              <a:solidFill>
                <a:srgbClr val="B0927A"/>
              </a:solidFill>
              <a:latin typeface="Segoe UI" panose="020B0502040204020203" pitchFamily="34" charset="0"/>
            </a:endParaRPr>
          </a:p>
        </p:txBody>
      </p:sp>
      <p:sp>
        <p:nvSpPr>
          <p:cNvPr id="26" name="Rectangle 25">
            <a:extLst>
              <a:ext uri="{FF2B5EF4-FFF2-40B4-BE49-F238E27FC236}">
                <a16:creationId xmlns:a16="http://schemas.microsoft.com/office/drawing/2014/main" id="{C716E399-E7B4-E583-75DD-86ABDEF9D236}"/>
              </a:ext>
            </a:extLst>
          </p:cNvPr>
          <p:cNvSpPr/>
          <p:nvPr/>
        </p:nvSpPr>
        <p:spPr>
          <a:xfrm>
            <a:off x="254000" y="2387600"/>
            <a:ext cx="4191000" cy="12700"/>
          </a:xfrm>
          <a:prstGeom prst="rect">
            <a:avLst/>
          </a:prstGeom>
          <a:solidFill>
            <a:srgbClr val="5034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D47B24CD-BCEF-E486-5F68-07E8D3FD2B1C}"/>
              </a:ext>
            </a:extLst>
          </p:cNvPr>
          <p:cNvSpPr txBox="1"/>
          <p:nvPr/>
        </p:nvSpPr>
        <p:spPr>
          <a:xfrm>
            <a:off x="4699000" y="508000"/>
            <a:ext cx="4191000" cy="369332"/>
          </a:xfrm>
          <a:prstGeom prst="rect">
            <a:avLst/>
          </a:prstGeom>
          <a:noFill/>
        </p:spPr>
        <p:txBody>
          <a:bodyPr vert="horz" wrap="square" rtlCol="0">
            <a:noAutofit/>
          </a:bodyPr>
          <a:lstStyle/>
          <a:p>
            <a:r>
              <a:rPr lang="en-US" sz="800" b="1">
                <a:solidFill>
                  <a:srgbClr val="23A6F5"/>
                </a:solidFill>
                <a:latin typeface="Segoe UI" panose="020B0502040204020203" pitchFamily="34" charset="0"/>
              </a:rPr>
              <a:t>PART 2 - Add Baskin Robbins Brand</a:t>
            </a:r>
            <a:endParaRPr lang="en-IN" sz="800" b="1">
              <a:solidFill>
                <a:srgbClr val="23A6F5"/>
              </a:solidFill>
              <a:latin typeface="Segoe UI" panose="020B0502040204020203" pitchFamily="34" charset="0"/>
            </a:endParaRPr>
          </a:p>
        </p:txBody>
      </p:sp>
      <p:sp>
        <p:nvSpPr>
          <p:cNvPr id="28" name="Rectangle 27">
            <a:extLst>
              <a:ext uri="{FF2B5EF4-FFF2-40B4-BE49-F238E27FC236}">
                <a16:creationId xmlns:a16="http://schemas.microsoft.com/office/drawing/2014/main" id="{A16DD407-190C-C5E6-F250-457F5A43FF40}"/>
              </a:ext>
            </a:extLst>
          </p:cNvPr>
          <p:cNvSpPr/>
          <p:nvPr/>
        </p:nvSpPr>
        <p:spPr>
          <a:xfrm>
            <a:off x="4699000" y="723900"/>
            <a:ext cx="254000" cy="254000"/>
          </a:xfrm>
          <a:prstGeom prst="rect">
            <a:avLst/>
          </a:prstGeom>
          <a:solidFill>
            <a:srgbClr val="23A6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TextBox 28">
            <a:extLst>
              <a:ext uri="{FF2B5EF4-FFF2-40B4-BE49-F238E27FC236}">
                <a16:creationId xmlns:a16="http://schemas.microsoft.com/office/drawing/2014/main" id="{2B115B3B-885D-B6AD-6B3B-8D29FEDC55CF}"/>
              </a:ext>
            </a:extLst>
          </p:cNvPr>
          <p:cNvSpPr txBox="1"/>
          <p:nvPr/>
        </p:nvSpPr>
        <p:spPr>
          <a:xfrm>
            <a:off x="4699000" y="723900"/>
            <a:ext cx="254000" cy="369332"/>
          </a:xfrm>
          <a:prstGeom prst="rect">
            <a:avLst/>
          </a:prstGeom>
          <a:noFill/>
        </p:spPr>
        <p:txBody>
          <a:bodyPr vert="horz" wrap="square" rtlCol="0">
            <a:noAutofit/>
          </a:bodyPr>
          <a:lstStyle/>
          <a:p>
            <a:pPr algn="ctr"/>
            <a:r>
              <a:rPr lang="en-IN" sz="900" b="1">
                <a:solidFill>
                  <a:srgbClr val="000000"/>
                </a:solidFill>
                <a:latin typeface="Segoe UI" panose="020B0502040204020203" pitchFamily="34" charset="0"/>
              </a:rPr>
              <a:t>5</a:t>
            </a:r>
          </a:p>
        </p:txBody>
      </p:sp>
      <p:sp>
        <p:nvSpPr>
          <p:cNvPr id="30" name="TextBox 29">
            <a:extLst>
              <a:ext uri="{FF2B5EF4-FFF2-40B4-BE49-F238E27FC236}">
                <a16:creationId xmlns:a16="http://schemas.microsoft.com/office/drawing/2014/main" id="{5E0244AD-9187-FA83-FC48-22C7C9B5C484}"/>
              </a:ext>
            </a:extLst>
          </p:cNvPr>
          <p:cNvSpPr txBox="1"/>
          <p:nvPr/>
        </p:nvSpPr>
        <p:spPr>
          <a:xfrm>
            <a:off x="5003800" y="723900"/>
            <a:ext cx="3556000" cy="369332"/>
          </a:xfrm>
          <a:prstGeom prst="rect">
            <a:avLst/>
          </a:prstGeom>
          <a:noFill/>
        </p:spPr>
        <p:txBody>
          <a:bodyPr vert="horz" wrap="square" rtlCol="0">
            <a:noAutofit/>
          </a:bodyPr>
          <a:lstStyle/>
          <a:p>
            <a:r>
              <a:rPr lang="en-IN" sz="900" b="1">
                <a:solidFill>
                  <a:srgbClr val="F5EDE8"/>
                </a:solidFill>
                <a:latin typeface="Segoe UI" panose="020B0502040204020203" pitchFamily="34" charset="0"/>
              </a:rPr>
              <a:t>Type the Request</a:t>
            </a:r>
          </a:p>
        </p:txBody>
      </p:sp>
      <p:sp>
        <p:nvSpPr>
          <p:cNvPr id="31" name="TextBox 30">
            <a:extLst>
              <a:ext uri="{FF2B5EF4-FFF2-40B4-BE49-F238E27FC236}">
                <a16:creationId xmlns:a16="http://schemas.microsoft.com/office/drawing/2014/main" id="{BA0E9847-D2D5-CFE4-FC74-147749364A2C}"/>
              </a:ext>
            </a:extLst>
          </p:cNvPr>
          <p:cNvSpPr txBox="1"/>
          <p:nvPr/>
        </p:nvSpPr>
        <p:spPr>
          <a:xfrm>
            <a:off x="5003800" y="889000"/>
            <a:ext cx="3556000" cy="369332"/>
          </a:xfrm>
          <a:prstGeom prst="rect">
            <a:avLst/>
          </a:prstGeom>
          <a:noFill/>
        </p:spPr>
        <p:txBody>
          <a:bodyPr vert="horz" wrap="square" rtlCol="0">
            <a:noAutofit/>
          </a:bodyPr>
          <a:lstStyle/>
          <a:p>
            <a:r>
              <a:rPr lang="en-US" sz="800">
                <a:solidFill>
                  <a:srgbClr val="B0927A"/>
                </a:solidFill>
                <a:latin typeface="Segoe UI" panose="020B0502040204020203" pitchFamily="34" charset="0"/>
              </a:rPr>
              <a:t>Add Baskin Robbins brand to this framework</a:t>
            </a:r>
            <a:endParaRPr lang="en-IN" sz="800">
              <a:solidFill>
                <a:srgbClr val="B0927A"/>
              </a:solidFill>
              <a:latin typeface="Segoe UI" panose="020B0502040204020203" pitchFamily="34" charset="0"/>
            </a:endParaRPr>
          </a:p>
        </p:txBody>
      </p:sp>
      <p:sp>
        <p:nvSpPr>
          <p:cNvPr id="32" name="Rectangle 31">
            <a:extLst>
              <a:ext uri="{FF2B5EF4-FFF2-40B4-BE49-F238E27FC236}">
                <a16:creationId xmlns:a16="http://schemas.microsoft.com/office/drawing/2014/main" id="{C9D77EC5-7139-4E14-AE08-4828AC91B49E}"/>
              </a:ext>
            </a:extLst>
          </p:cNvPr>
          <p:cNvSpPr/>
          <p:nvPr/>
        </p:nvSpPr>
        <p:spPr>
          <a:xfrm>
            <a:off x="4648200" y="1143000"/>
            <a:ext cx="4241800" cy="12700"/>
          </a:xfrm>
          <a:prstGeom prst="rect">
            <a:avLst/>
          </a:prstGeom>
          <a:solidFill>
            <a:srgbClr val="5034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Rectangle 32">
            <a:extLst>
              <a:ext uri="{FF2B5EF4-FFF2-40B4-BE49-F238E27FC236}">
                <a16:creationId xmlns:a16="http://schemas.microsoft.com/office/drawing/2014/main" id="{DA2CA86A-0D60-87EF-FEF1-D03A4BCCF295}"/>
              </a:ext>
            </a:extLst>
          </p:cNvPr>
          <p:cNvSpPr/>
          <p:nvPr/>
        </p:nvSpPr>
        <p:spPr>
          <a:xfrm>
            <a:off x="4699000" y="1231900"/>
            <a:ext cx="254000" cy="254000"/>
          </a:xfrm>
          <a:prstGeom prst="rect">
            <a:avLst/>
          </a:prstGeom>
          <a:solidFill>
            <a:srgbClr val="23A6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4" name="TextBox 33">
            <a:extLst>
              <a:ext uri="{FF2B5EF4-FFF2-40B4-BE49-F238E27FC236}">
                <a16:creationId xmlns:a16="http://schemas.microsoft.com/office/drawing/2014/main" id="{2D491BD1-6AC9-FDE6-714E-9F44A65640EA}"/>
              </a:ext>
            </a:extLst>
          </p:cNvPr>
          <p:cNvSpPr txBox="1"/>
          <p:nvPr/>
        </p:nvSpPr>
        <p:spPr>
          <a:xfrm>
            <a:off x="4699000" y="1231900"/>
            <a:ext cx="254000" cy="369332"/>
          </a:xfrm>
          <a:prstGeom prst="rect">
            <a:avLst/>
          </a:prstGeom>
          <a:noFill/>
        </p:spPr>
        <p:txBody>
          <a:bodyPr vert="horz" wrap="square" rtlCol="0">
            <a:noAutofit/>
          </a:bodyPr>
          <a:lstStyle/>
          <a:p>
            <a:pPr algn="ctr"/>
            <a:r>
              <a:rPr lang="en-IN" sz="900" b="1">
                <a:solidFill>
                  <a:srgbClr val="000000"/>
                </a:solidFill>
                <a:latin typeface="Segoe UI" panose="020B0502040204020203" pitchFamily="34" charset="0"/>
              </a:rPr>
              <a:t>6</a:t>
            </a:r>
          </a:p>
        </p:txBody>
      </p:sp>
      <p:sp>
        <p:nvSpPr>
          <p:cNvPr id="35" name="TextBox 34">
            <a:extLst>
              <a:ext uri="{FF2B5EF4-FFF2-40B4-BE49-F238E27FC236}">
                <a16:creationId xmlns:a16="http://schemas.microsoft.com/office/drawing/2014/main" id="{D13EB705-A142-5AD0-48E0-7DDCFEB56358}"/>
              </a:ext>
            </a:extLst>
          </p:cNvPr>
          <p:cNvSpPr txBox="1"/>
          <p:nvPr/>
        </p:nvSpPr>
        <p:spPr>
          <a:xfrm>
            <a:off x="5003800" y="1231900"/>
            <a:ext cx="3556000" cy="369332"/>
          </a:xfrm>
          <a:prstGeom prst="rect">
            <a:avLst/>
          </a:prstGeom>
          <a:noFill/>
        </p:spPr>
        <p:txBody>
          <a:bodyPr vert="horz" wrap="square" rtlCol="0">
            <a:noAutofit/>
          </a:bodyPr>
          <a:lstStyle/>
          <a:p>
            <a:r>
              <a:rPr lang="en-IN" sz="900" b="1">
                <a:solidFill>
                  <a:srgbClr val="F5EDE8"/>
                </a:solidFill>
                <a:latin typeface="Segoe UI" panose="020B0502040204020203" pitchFamily="34" charset="0"/>
              </a:rPr>
              <a:t>Agent Creates 4 Files</a:t>
            </a:r>
          </a:p>
        </p:txBody>
      </p:sp>
      <p:sp>
        <p:nvSpPr>
          <p:cNvPr id="36" name="TextBox 35">
            <a:extLst>
              <a:ext uri="{FF2B5EF4-FFF2-40B4-BE49-F238E27FC236}">
                <a16:creationId xmlns:a16="http://schemas.microsoft.com/office/drawing/2014/main" id="{9E90E821-E5AE-185C-3D78-AA140D98FBB7}"/>
              </a:ext>
            </a:extLst>
          </p:cNvPr>
          <p:cNvSpPr txBox="1"/>
          <p:nvPr/>
        </p:nvSpPr>
        <p:spPr>
          <a:xfrm>
            <a:off x="5003800" y="1397000"/>
            <a:ext cx="3556000" cy="369332"/>
          </a:xfrm>
          <a:prstGeom prst="rect">
            <a:avLst/>
          </a:prstGeom>
          <a:noFill/>
        </p:spPr>
        <p:txBody>
          <a:bodyPr vert="horz" wrap="square" rtlCol="0">
            <a:noAutofit/>
          </a:bodyPr>
          <a:lstStyle/>
          <a:p>
            <a:r>
              <a:rPr lang="en-IN" sz="800">
                <a:solidFill>
                  <a:srgbClr val="B0927A"/>
                </a:solidFill>
                <a:latin typeface="Segoe UI" panose="020B0502040204020203" pitchFamily="34" charset="0"/>
              </a:rPr>
              <a:t>BaskinRobbinsPage.java + BrandPageFactory case + BaskinRobbinsTest.java + testng XML</a:t>
            </a:r>
          </a:p>
        </p:txBody>
      </p:sp>
      <p:sp>
        <p:nvSpPr>
          <p:cNvPr id="37" name="Rectangle 36">
            <a:extLst>
              <a:ext uri="{FF2B5EF4-FFF2-40B4-BE49-F238E27FC236}">
                <a16:creationId xmlns:a16="http://schemas.microsoft.com/office/drawing/2014/main" id="{C25BB71D-DF92-4539-FC49-219FE76DEC8D}"/>
              </a:ext>
            </a:extLst>
          </p:cNvPr>
          <p:cNvSpPr/>
          <p:nvPr/>
        </p:nvSpPr>
        <p:spPr>
          <a:xfrm>
            <a:off x="4648200" y="1651000"/>
            <a:ext cx="4241800" cy="12700"/>
          </a:xfrm>
          <a:prstGeom prst="rect">
            <a:avLst/>
          </a:prstGeom>
          <a:solidFill>
            <a:srgbClr val="5034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37">
            <a:extLst>
              <a:ext uri="{FF2B5EF4-FFF2-40B4-BE49-F238E27FC236}">
                <a16:creationId xmlns:a16="http://schemas.microsoft.com/office/drawing/2014/main" id="{48EB227B-2E53-BDFE-443A-F0E959828D0F}"/>
              </a:ext>
            </a:extLst>
          </p:cNvPr>
          <p:cNvSpPr/>
          <p:nvPr/>
        </p:nvSpPr>
        <p:spPr>
          <a:xfrm>
            <a:off x="4699000" y="1739900"/>
            <a:ext cx="254000" cy="254000"/>
          </a:xfrm>
          <a:prstGeom prst="rect">
            <a:avLst/>
          </a:prstGeom>
          <a:solidFill>
            <a:srgbClr val="23A6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0AEDD2D1-3CA3-F34B-D79B-5FEE3D5FD735}"/>
              </a:ext>
            </a:extLst>
          </p:cNvPr>
          <p:cNvSpPr txBox="1"/>
          <p:nvPr/>
        </p:nvSpPr>
        <p:spPr>
          <a:xfrm>
            <a:off x="4699000" y="1739900"/>
            <a:ext cx="254000" cy="369332"/>
          </a:xfrm>
          <a:prstGeom prst="rect">
            <a:avLst/>
          </a:prstGeom>
          <a:noFill/>
        </p:spPr>
        <p:txBody>
          <a:bodyPr vert="horz" wrap="square" rtlCol="0">
            <a:noAutofit/>
          </a:bodyPr>
          <a:lstStyle/>
          <a:p>
            <a:pPr algn="ctr"/>
            <a:r>
              <a:rPr lang="en-IN" sz="900" b="1">
                <a:solidFill>
                  <a:srgbClr val="000000"/>
                </a:solidFill>
                <a:latin typeface="Segoe UI" panose="020B0502040204020203" pitchFamily="34" charset="0"/>
              </a:rPr>
              <a:t>7</a:t>
            </a:r>
          </a:p>
        </p:txBody>
      </p:sp>
      <p:sp>
        <p:nvSpPr>
          <p:cNvPr id="40" name="TextBox 39">
            <a:extLst>
              <a:ext uri="{FF2B5EF4-FFF2-40B4-BE49-F238E27FC236}">
                <a16:creationId xmlns:a16="http://schemas.microsoft.com/office/drawing/2014/main" id="{2190EAD1-6777-E5F3-4858-D4F923BC050B}"/>
              </a:ext>
            </a:extLst>
          </p:cNvPr>
          <p:cNvSpPr txBox="1"/>
          <p:nvPr/>
        </p:nvSpPr>
        <p:spPr>
          <a:xfrm>
            <a:off x="5003800" y="1739900"/>
            <a:ext cx="3556000" cy="369332"/>
          </a:xfrm>
          <a:prstGeom prst="rect">
            <a:avLst/>
          </a:prstGeom>
          <a:noFill/>
        </p:spPr>
        <p:txBody>
          <a:bodyPr vert="horz" wrap="square" rtlCol="0">
            <a:noAutofit/>
          </a:bodyPr>
          <a:lstStyle/>
          <a:p>
            <a:r>
              <a:rPr lang="en-IN" sz="900" b="1">
                <a:solidFill>
                  <a:srgbClr val="F5EDE8"/>
                </a:solidFill>
                <a:latin typeface="Segoe UI" panose="020B0502040204020203" pitchFamily="34" charset="0"/>
              </a:rPr>
              <a:t>Agent Runs Smoke Tests</a:t>
            </a:r>
          </a:p>
        </p:txBody>
      </p:sp>
      <p:sp>
        <p:nvSpPr>
          <p:cNvPr id="41" name="TextBox 40">
            <a:extLst>
              <a:ext uri="{FF2B5EF4-FFF2-40B4-BE49-F238E27FC236}">
                <a16:creationId xmlns:a16="http://schemas.microsoft.com/office/drawing/2014/main" id="{D6E695CB-AE69-80D3-5D02-C0BFE8CFE671}"/>
              </a:ext>
            </a:extLst>
          </p:cNvPr>
          <p:cNvSpPr txBox="1"/>
          <p:nvPr/>
        </p:nvSpPr>
        <p:spPr>
          <a:xfrm>
            <a:off x="5003800" y="1905000"/>
            <a:ext cx="3556000" cy="369332"/>
          </a:xfrm>
          <a:prstGeom prst="rect">
            <a:avLst/>
          </a:prstGeom>
          <a:noFill/>
        </p:spPr>
        <p:txBody>
          <a:bodyPr vert="horz" wrap="square" rtlCol="0">
            <a:noAutofit/>
          </a:bodyPr>
          <a:lstStyle/>
          <a:p>
            <a:r>
              <a:rPr lang="en-US" sz="800">
                <a:solidFill>
                  <a:srgbClr val="B0927A"/>
                </a:solidFill>
                <a:latin typeface="Segoe UI" panose="020B0502040204020203" pitchFamily="34" charset="0"/>
              </a:rPr>
              <a:t>.\mvnw.cmd clean test -P baskin-robbins -Dgroups=smoke - all TC-B tests PASS</a:t>
            </a:r>
            <a:endParaRPr lang="en-IN" sz="800">
              <a:solidFill>
                <a:srgbClr val="B0927A"/>
              </a:solidFill>
              <a:latin typeface="Segoe UI" panose="020B0502040204020203" pitchFamily="34" charset="0"/>
            </a:endParaRPr>
          </a:p>
        </p:txBody>
      </p:sp>
      <p:sp>
        <p:nvSpPr>
          <p:cNvPr id="42" name="Rectangle 41">
            <a:extLst>
              <a:ext uri="{FF2B5EF4-FFF2-40B4-BE49-F238E27FC236}">
                <a16:creationId xmlns:a16="http://schemas.microsoft.com/office/drawing/2014/main" id="{EA4F2387-B92C-2840-1230-FA1EEDA3A61F}"/>
              </a:ext>
            </a:extLst>
          </p:cNvPr>
          <p:cNvSpPr/>
          <p:nvPr/>
        </p:nvSpPr>
        <p:spPr>
          <a:xfrm>
            <a:off x="4648200" y="2159000"/>
            <a:ext cx="4241800" cy="12700"/>
          </a:xfrm>
          <a:prstGeom prst="rect">
            <a:avLst/>
          </a:prstGeom>
          <a:solidFill>
            <a:srgbClr val="5034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3" name="Rectangle 42">
            <a:extLst>
              <a:ext uri="{FF2B5EF4-FFF2-40B4-BE49-F238E27FC236}">
                <a16:creationId xmlns:a16="http://schemas.microsoft.com/office/drawing/2014/main" id="{D35CFACE-73CA-B3DB-8421-758E3A54420B}"/>
              </a:ext>
            </a:extLst>
          </p:cNvPr>
          <p:cNvSpPr/>
          <p:nvPr/>
        </p:nvSpPr>
        <p:spPr>
          <a:xfrm>
            <a:off x="254000" y="2870200"/>
            <a:ext cx="8636000" cy="457200"/>
          </a:xfrm>
          <a:prstGeom prst="rect">
            <a:avLst/>
          </a:prstGeom>
          <a:solidFill>
            <a:srgbClr val="341C0E"/>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4" name="TextBox 43">
            <a:extLst>
              <a:ext uri="{FF2B5EF4-FFF2-40B4-BE49-F238E27FC236}">
                <a16:creationId xmlns:a16="http://schemas.microsoft.com/office/drawing/2014/main" id="{114AFBD3-2E7A-B644-F084-F0B5EDD5C780}"/>
              </a:ext>
            </a:extLst>
          </p:cNvPr>
          <p:cNvSpPr txBox="1"/>
          <p:nvPr/>
        </p:nvSpPr>
        <p:spPr>
          <a:xfrm>
            <a:off x="355600" y="2921000"/>
            <a:ext cx="8432800" cy="369332"/>
          </a:xfrm>
          <a:prstGeom prst="rect">
            <a:avLst/>
          </a:prstGeom>
          <a:noFill/>
        </p:spPr>
        <p:txBody>
          <a:bodyPr vert="horz" wrap="square" rtlCol="0">
            <a:noAutofit/>
          </a:bodyPr>
          <a:lstStyle/>
          <a:p>
            <a:r>
              <a:rPr lang="en-US" sz="900">
                <a:solidFill>
                  <a:srgbClr val="F5EDE8"/>
                </a:solidFill>
                <a:latin typeface="Segoe UI" panose="020B0502040204020203" pitchFamily="34" charset="0"/>
              </a:rPr>
              <a:t>The 12 common TC-B brand tests run automatically for Baskin Robbins - zero code duplication. Open/Closed Principle.</a:t>
            </a:r>
            <a:endParaRPr lang="en-IN" sz="900">
              <a:solidFill>
                <a:srgbClr val="F5EDE8"/>
              </a:solidFill>
              <a:latin typeface="Segoe UI" panose="020B0502040204020203" pitchFamily="34" charset="0"/>
            </a:endParaRPr>
          </a:p>
        </p:txBody>
      </p:sp>
    </p:spTree>
    <p:extLst>
      <p:ext uri="{BB962C8B-B14F-4D97-AF65-F5344CB8AC3E}">
        <p14:creationId xmlns:p14="http://schemas.microsoft.com/office/powerpoint/2010/main" val="37532503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A262973-0AEE-E561-4F6F-7ED2A0DAFD97}"/>
              </a:ext>
            </a:extLst>
          </p:cNvPr>
          <p:cNvSpPr/>
          <p:nvPr/>
        </p:nvSpPr>
        <p:spPr>
          <a:xfrm>
            <a:off x="0" y="0"/>
            <a:ext cx="9144000" cy="38100"/>
          </a:xfrm>
          <a:prstGeom prst="rect">
            <a:avLst/>
          </a:prstGeom>
          <a:solidFill>
            <a:srgbClr val="23A6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a:extLst>
              <a:ext uri="{FF2B5EF4-FFF2-40B4-BE49-F238E27FC236}">
                <a16:creationId xmlns:a16="http://schemas.microsoft.com/office/drawing/2014/main" id="{35A6B08D-F950-83F8-9FCB-E13CAB6CF611}"/>
              </a:ext>
            </a:extLst>
          </p:cNvPr>
          <p:cNvSpPr txBox="1"/>
          <p:nvPr/>
        </p:nvSpPr>
        <p:spPr>
          <a:xfrm>
            <a:off x="0" y="4991100"/>
            <a:ext cx="9144000" cy="369332"/>
          </a:xfrm>
          <a:prstGeom prst="rect">
            <a:avLst/>
          </a:prstGeom>
          <a:noFill/>
        </p:spPr>
        <p:txBody>
          <a:bodyPr vert="horz" wrap="square" rtlCol="0">
            <a:noAutofit/>
          </a:bodyPr>
          <a:lstStyle/>
          <a:p>
            <a:pPr algn="ctr"/>
            <a:r>
              <a:rPr lang="en-IN" sz="700">
                <a:solidFill>
                  <a:srgbClr val="503424"/>
                </a:solidFill>
                <a:latin typeface="Segoe UI" panose="020B0502040204020203" pitchFamily="34" charset="0"/>
              </a:rPr>
              <a:t>GitHub Copilot x Inspire Brands QE</a:t>
            </a:r>
          </a:p>
        </p:txBody>
      </p:sp>
      <p:sp>
        <p:nvSpPr>
          <p:cNvPr id="4" name="TextBox 3">
            <a:extLst>
              <a:ext uri="{FF2B5EF4-FFF2-40B4-BE49-F238E27FC236}">
                <a16:creationId xmlns:a16="http://schemas.microsoft.com/office/drawing/2014/main" id="{FAED08AD-6801-7641-D133-1F367259B3C3}"/>
              </a:ext>
            </a:extLst>
          </p:cNvPr>
          <p:cNvSpPr txBox="1"/>
          <p:nvPr/>
        </p:nvSpPr>
        <p:spPr>
          <a:xfrm>
            <a:off x="254000" y="152400"/>
            <a:ext cx="8636000" cy="369332"/>
          </a:xfrm>
          <a:prstGeom prst="rect">
            <a:avLst/>
          </a:prstGeom>
          <a:noFill/>
        </p:spPr>
        <p:txBody>
          <a:bodyPr vert="horz" wrap="square" rtlCol="0">
            <a:noAutofit/>
          </a:bodyPr>
          <a:lstStyle/>
          <a:p>
            <a:r>
              <a:rPr lang="en-IN" sz="1300" b="1">
                <a:solidFill>
                  <a:srgbClr val="F5EDE8"/>
                </a:solidFill>
                <a:latin typeface="Segoe UI" panose="020B0502040204020203" pitchFamily="34" charset="0"/>
              </a:rPr>
              <a:t>Key Takeaways</a:t>
            </a:r>
          </a:p>
        </p:txBody>
      </p:sp>
      <p:sp>
        <p:nvSpPr>
          <p:cNvPr id="5" name="Rectangle 4">
            <a:extLst>
              <a:ext uri="{FF2B5EF4-FFF2-40B4-BE49-F238E27FC236}">
                <a16:creationId xmlns:a16="http://schemas.microsoft.com/office/drawing/2014/main" id="{98B51CD7-C62C-4F72-3564-E42AC8D4063E}"/>
              </a:ext>
            </a:extLst>
          </p:cNvPr>
          <p:cNvSpPr/>
          <p:nvPr/>
        </p:nvSpPr>
        <p:spPr>
          <a:xfrm>
            <a:off x="254000" y="431800"/>
            <a:ext cx="8636000" cy="12700"/>
          </a:xfrm>
          <a:prstGeom prst="rect">
            <a:avLst/>
          </a:prstGeom>
          <a:solidFill>
            <a:srgbClr val="50342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026F95AD-2A86-18AC-197E-11D22A3039E0}"/>
              </a:ext>
            </a:extLst>
          </p:cNvPr>
          <p:cNvSpPr/>
          <p:nvPr/>
        </p:nvSpPr>
        <p:spPr>
          <a:xfrm>
            <a:off x="254000" y="533400"/>
            <a:ext cx="2844800" cy="1524000"/>
          </a:xfrm>
          <a:prstGeom prst="rect">
            <a:avLst/>
          </a:prstGeom>
          <a:solidFill>
            <a:srgbClr val="40271A"/>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AE009212-A3C3-166D-8661-C45740A07428}"/>
              </a:ext>
            </a:extLst>
          </p:cNvPr>
          <p:cNvSpPr txBox="1"/>
          <p:nvPr/>
        </p:nvSpPr>
        <p:spPr>
          <a:xfrm>
            <a:off x="381000" y="635000"/>
            <a:ext cx="2590800" cy="369332"/>
          </a:xfrm>
          <a:prstGeom prst="rect">
            <a:avLst/>
          </a:prstGeom>
          <a:noFill/>
        </p:spPr>
        <p:txBody>
          <a:bodyPr vert="horz" wrap="square" rtlCol="0">
            <a:noAutofit/>
          </a:bodyPr>
          <a:lstStyle/>
          <a:p>
            <a:r>
              <a:rPr lang="en-IN" sz="1200" b="1">
                <a:solidFill>
                  <a:srgbClr val="23A6F5"/>
                </a:solidFill>
                <a:latin typeface="Segoe UI" panose="020B0502040204020203" pitchFamily="34" charset="0"/>
              </a:rPr>
              <a:t>Speed</a:t>
            </a:r>
          </a:p>
        </p:txBody>
      </p:sp>
      <p:sp>
        <p:nvSpPr>
          <p:cNvPr id="8" name="TextBox 7">
            <a:extLst>
              <a:ext uri="{FF2B5EF4-FFF2-40B4-BE49-F238E27FC236}">
                <a16:creationId xmlns:a16="http://schemas.microsoft.com/office/drawing/2014/main" id="{842FD325-99EA-6D49-BBCE-AF9F8F13CE06}"/>
              </a:ext>
            </a:extLst>
          </p:cNvPr>
          <p:cNvSpPr txBox="1"/>
          <p:nvPr/>
        </p:nvSpPr>
        <p:spPr>
          <a:xfrm>
            <a:off x="381000" y="914400"/>
            <a:ext cx="2590800" cy="369332"/>
          </a:xfrm>
          <a:prstGeom prst="rect">
            <a:avLst/>
          </a:prstGeom>
          <a:noFill/>
        </p:spPr>
        <p:txBody>
          <a:bodyPr vert="horz" wrap="square" rtlCol="0">
            <a:noAutofit/>
          </a:bodyPr>
          <a:lstStyle/>
          <a:p>
            <a:r>
              <a:rPr lang="en-US" sz="900">
                <a:solidFill>
                  <a:srgbClr val="B0927A"/>
                </a:solidFill>
                <a:latin typeface="Segoe UI" panose="020B0502040204020203" pitchFamily="34" charset="0"/>
              </a:rPr>
              <a:t>A new brand that took a day now takes 5 minutes with the custom agent.</a:t>
            </a:r>
            <a:endParaRPr lang="en-IN" sz="900">
              <a:solidFill>
                <a:srgbClr val="B0927A"/>
              </a:solidFill>
              <a:latin typeface="Segoe UI" panose="020B0502040204020203" pitchFamily="34" charset="0"/>
            </a:endParaRPr>
          </a:p>
        </p:txBody>
      </p:sp>
      <p:sp>
        <p:nvSpPr>
          <p:cNvPr id="9" name="Rectangle 8">
            <a:extLst>
              <a:ext uri="{FF2B5EF4-FFF2-40B4-BE49-F238E27FC236}">
                <a16:creationId xmlns:a16="http://schemas.microsoft.com/office/drawing/2014/main" id="{1DDA8F53-584E-7A3C-406A-B0CA4E78E4FC}"/>
              </a:ext>
            </a:extLst>
          </p:cNvPr>
          <p:cNvSpPr/>
          <p:nvPr/>
        </p:nvSpPr>
        <p:spPr>
          <a:xfrm>
            <a:off x="3225800" y="533400"/>
            <a:ext cx="2844800" cy="1524000"/>
          </a:xfrm>
          <a:prstGeom prst="rect">
            <a:avLst/>
          </a:prstGeom>
          <a:solidFill>
            <a:srgbClr val="40271A"/>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TextBox 9">
            <a:extLst>
              <a:ext uri="{FF2B5EF4-FFF2-40B4-BE49-F238E27FC236}">
                <a16:creationId xmlns:a16="http://schemas.microsoft.com/office/drawing/2014/main" id="{1E55D468-6E3C-33E3-1534-8AD33496ED6B}"/>
              </a:ext>
            </a:extLst>
          </p:cNvPr>
          <p:cNvSpPr txBox="1"/>
          <p:nvPr/>
        </p:nvSpPr>
        <p:spPr>
          <a:xfrm>
            <a:off x="3352800" y="635000"/>
            <a:ext cx="2590800" cy="369332"/>
          </a:xfrm>
          <a:prstGeom prst="rect">
            <a:avLst/>
          </a:prstGeom>
          <a:noFill/>
        </p:spPr>
        <p:txBody>
          <a:bodyPr vert="horz" wrap="square" rtlCol="0">
            <a:noAutofit/>
          </a:bodyPr>
          <a:lstStyle/>
          <a:p>
            <a:r>
              <a:rPr lang="en-IN" sz="1200" b="1">
                <a:solidFill>
                  <a:srgbClr val="23A6F5"/>
                </a:solidFill>
                <a:latin typeface="Segoe UI" panose="020B0502040204020203" pitchFamily="34" charset="0"/>
              </a:rPr>
              <a:t>Consistency</a:t>
            </a:r>
          </a:p>
        </p:txBody>
      </p:sp>
      <p:sp>
        <p:nvSpPr>
          <p:cNvPr id="11" name="TextBox 10">
            <a:extLst>
              <a:ext uri="{FF2B5EF4-FFF2-40B4-BE49-F238E27FC236}">
                <a16:creationId xmlns:a16="http://schemas.microsoft.com/office/drawing/2014/main" id="{14AE5777-0E10-1928-2A9A-AEAE90A8A1D2}"/>
              </a:ext>
            </a:extLst>
          </p:cNvPr>
          <p:cNvSpPr txBox="1"/>
          <p:nvPr/>
        </p:nvSpPr>
        <p:spPr>
          <a:xfrm>
            <a:off x="3352800" y="914400"/>
            <a:ext cx="2590800" cy="369332"/>
          </a:xfrm>
          <a:prstGeom prst="rect">
            <a:avLst/>
          </a:prstGeom>
          <a:noFill/>
        </p:spPr>
        <p:txBody>
          <a:bodyPr vert="horz" wrap="square" rtlCol="0">
            <a:noAutofit/>
          </a:bodyPr>
          <a:lstStyle/>
          <a:p>
            <a:r>
              <a:rPr lang="en-US" sz="900">
                <a:solidFill>
                  <a:srgbClr val="B0927A"/>
                </a:solidFill>
                <a:latin typeface="Segoe UI" panose="020B0502040204020203" pitchFamily="34" charset="0"/>
              </a:rPr>
              <a:t>Every developer produces the same quality output - patterns and rules always applied.</a:t>
            </a:r>
            <a:endParaRPr lang="en-IN" sz="900">
              <a:solidFill>
                <a:srgbClr val="B0927A"/>
              </a:solidFill>
              <a:latin typeface="Segoe UI" panose="020B0502040204020203" pitchFamily="34" charset="0"/>
            </a:endParaRPr>
          </a:p>
        </p:txBody>
      </p:sp>
      <p:sp>
        <p:nvSpPr>
          <p:cNvPr id="12" name="Rectangle 11">
            <a:extLst>
              <a:ext uri="{FF2B5EF4-FFF2-40B4-BE49-F238E27FC236}">
                <a16:creationId xmlns:a16="http://schemas.microsoft.com/office/drawing/2014/main" id="{6F65965B-398D-A170-1C83-2EBC4A2FFC72}"/>
              </a:ext>
            </a:extLst>
          </p:cNvPr>
          <p:cNvSpPr/>
          <p:nvPr/>
        </p:nvSpPr>
        <p:spPr>
          <a:xfrm>
            <a:off x="6197600" y="533400"/>
            <a:ext cx="2844800" cy="1524000"/>
          </a:xfrm>
          <a:prstGeom prst="rect">
            <a:avLst/>
          </a:prstGeom>
          <a:solidFill>
            <a:srgbClr val="40271A"/>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5DBC27FC-9185-7508-DB9E-AE5EE53278D6}"/>
              </a:ext>
            </a:extLst>
          </p:cNvPr>
          <p:cNvSpPr txBox="1"/>
          <p:nvPr/>
        </p:nvSpPr>
        <p:spPr>
          <a:xfrm>
            <a:off x="6324600" y="635000"/>
            <a:ext cx="2590800" cy="369332"/>
          </a:xfrm>
          <a:prstGeom prst="rect">
            <a:avLst/>
          </a:prstGeom>
          <a:noFill/>
        </p:spPr>
        <p:txBody>
          <a:bodyPr vert="horz" wrap="square" rtlCol="0">
            <a:noAutofit/>
          </a:bodyPr>
          <a:lstStyle/>
          <a:p>
            <a:r>
              <a:rPr lang="en-IN" sz="1200" b="1">
                <a:solidFill>
                  <a:srgbClr val="23A6F5"/>
                </a:solidFill>
                <a:latin typeface="Segoe UI" panose="020B0502040204020203" pitchFamily="34" charset="0"/>
              </a:rPr>
              <a:t>Knowledge Preservation</a:t>
            </a:r>
          </a:p>
        </p:txBody>
      </p:sp>
      <p:sp>
        <p:nvSpPr>
          <p:cNvPr id="14" name="TextBox 13">
            <a:extLst>
              <a:ext uri="{FF2B5EF4-FFF2-40B4-BE49-F238E27FC236}">
                <a16:creationId xmlns:a16="http://schemas.microsoft.com/office/drawing/2014/main" id="{6539FAFB-5ED7-513F-D7DE-2BC85C2DE311}"/>
              </a:ext>
            </a:extLst>
          </p:cNvPr>
          <p:cNvSpPr txBox="1"/>
          <p:nvPr/>
        </p:nvSpPr>
        <p:spPr>
          <a:xfrm>
            <a:off x="6324600" y="914400"/>
            <a:ext cx="2590800" cy="369332"/>
          </a:xfrm>
          <a:prstGeom prst="rect">
            <a:avLst/>
          </a:prstGeom>
          <a:noFill/>
        </p:spPr>
        <p:txBody>
          <a:bodyPr vert="horz" wrap="square" rtlCol="0">
            <a:noAutofit/>
          </a:bodyPr>
          <a:lstStyle/>
          <a:p>
            <a:r>
              <a:rPr lang="en-US" sz="900">
                <a:solidFill>
                  <a:srgbClr val="B0927A"/>
                </a:solidFill>
                <a:latin typeface="Segoe UI" panose="020B0502040204020203" pitchFamily="34" charset="0"/>
              </a:rPr>
              <a:t>Every hard-won fix is permanently encoded. No one rediscovers the same bug twice.</a:t>
            </a:r>
            <a:endParaRPr lang="en-IN" sz="900">
              <a:solidFill>
                <a:srgbClr val="B0927A"/>
              </a:solidFill>
              <a:latin typeface="Segoe UI" panose="020B0502040204020203" pitchFamily="34" charset="0"/>
            </a:endParaRPr>
          </a:p>
        </p:txBody>
      </p:sp>
      <p:sp>
        <p:nvSpPr>
          <p:cNvPr id="15" name="Rectangle 14">
            <a:extLst>
              <a:ext uri="{FF2B5EF4-FFF2-40B4-BE49-F238E27FC236}">
                <a16:creationId xmlns:a16="http://schemas.microsoft.com/office/drawing/2014/main" id="{A1AA6FC9-660B-D6D6-66B9-0E6DF8C0F28D}"/>
              </a:ext>
            </a:extLst>
          </p:cNvPr>
          <p:cNvSpPr/>
          <p:nvPr/>
        </p:nvSpPr>
        <p:spPr>
          <a:xfrm>
            <a:off x="254000" y="2184400"/>
            <a:ext cx="8636000" cy="889000"/>
          </a:xfrm>
          <a:prstGeom prst="rect">
            <a:avLst/>
          </a:prstGeom>
          <a:solidFill>
            <a:srgbClr val="3A1E0E"/>
          </a:solidFill>
          <a:ln w="6350">
            <a:solidFill>
              <a:srgbClr val="5034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38762799-5652-7F96-06FD-7897350168F9}"/>
              </a:ext>
            </a:extLst>
          </p:cNvPr>
          <p:cNvSpPr/>
          <p:nvPr/>
        </p:nvSpPr>
        <p:spPr>
          <a:xfrm>
            <a:off x="254000" y="2184400"/>
            <a:ext cx="50800" cy="889000"/>
          </a:xfrm>
          <a:prstGeom prst="rect">
            <a:avLst/>
          </a:prstGeom>
          <a:solidFill>
            <a:srgbClr val="23A6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EE3CDB1D-381B-8CEB-A0DA-0C209ED1602C}"/>
              </a:ext>
            </a:extLst>
          </p:cNvPr>
          <p:cNvSpPr txBox="1"/>
          <p:nvPr/>
        </p:nvSpPr>
        <p:spPr>
          <a:xfrm>
            <a:off x="406400" y="2235200"/>
            <a:ext cx="8382000" cy="369332"/>
          </a:xfrm>
          <a:prstGeom prst="rect">
            <a:avLst/>
          </a:prstGeom>
          <a:noFill/>
        </p:spPr>
        <p:txBody>
          <a:bodyPr vert="horz" wrap="square" rtlCol="0">
            <a:noAutofit/>
          </a:bodyPr>
          <a:lstStyle/>
          <a:p>
            <a:r>
              <a:rPr lang="en-US" sz="1000" b="1">
                <a:solidFill>
                  <a:srgbClr val="F5EDE8"/>
                </a:solidFill>
                <a:latin typeface="Segoe UI" panose="020B0502040204020203" pitchFamily="34" charset="0"/>
              </a:rPr>
              <a:t>The custom agent is not just a productivity tool - it is a living document of your team's collective intelligence.</a:t>
            </a:r>
            <a:endParaRPr lang="en-IN" sz="1000" b="1">
              <a:solidFill>
                <a:srgbClr val="F5EDE8"/>
              </a:solidFill>
              <a:latin typeface="Segoe UI" panose="020B0502040204020203" pitchFamily="34" charset="0"/>
            </a:endParaRPr>
          </a:p>
        </p:txBody>
      </p:sp>
      <p:sp>
        <p:nvSpPr>
          <p:cNvPr id="18" name="TextBox 17">
            <a:extLst>
              <a:ext uri="{FF2B5EF4-FFF2-40B4-BE49-F238E27FC236}">
                <a16:creationId xmlns:a16="http://schemas.microsoft.com/office/drawing/2014/main" id="{DDD7F8DE-1D03-1489-DFD7-F1577206C5F8}"/>
              </a:ext>
            </a:extLst>
          </p:cNvPr>
          <p:cNvSpPr txBox="1"/>
          <p:nvPr/>
        </p:nvSpPr>
        <p:spPr>
          <a:xfrm>
            <a:off x="406400" y="2616200"/>
            <a:ext cx="8382000" cy="369332"/>
          </a:xfrm>
          <a:prstGeom prst="rect">
            <a:avLst/>
          </a:prstGeom>
          <a:noFill/>
        </p:spPr>
        <p:txBody>
          <a:bodyPr vert="horz" wrap="square" rtlCol="0">
            <a:noAutofit/>
          </a:bodyPr>
          <a:lstStyle/>
          <a:p>
            <a:r>
              <a:rPr lang="en-US" sz="900">
                <a:solidFill>
                  <a:srgbClr val="F5EDE8"/>
                </a:solidFill>
                <a:latin typeface="Segoe UI" panose="020B0502040204020203" pitchFamily="34" charset="0"/>
              </a:rPr>
              <a:t>The .agent.md lives in .github/agents/, committed to Git. Every team member who clones the repo gets the same expert-level Copilot experience.</a:t>
            </a:r>
            <a:endParaRPr lang="en-IN" sz="900">
              <a:solidFill>
                <a:srgbClr val="F5EDE8"/>
              </a:solidFill>
              <a:latin typeface="Segoe UI" panose="020B0502040204020203" pitchFamily="34" charset="0"/>
            </a:endParaRPr>
          </a:p>
        </p:txBody>
      </p:sp>
      <p:sp>
        <p:nvSpPr>
          <p:cNvPr id="19" name="TextBox 18">
            <a:extLst>
              <a:ext uri="{FF2B5EF4-FFF2-40B4-BE49-F238E27FC236}">
                <a16:creationId xmlns:a16="http://schemas.microsoft.com/office/drawing/2014/main" id="{C0CA3B3B-508D-CD30-D429-9F04985704B2}"/>
              </a:ext>
            </a:extLst>
          </p:cNvPr>
          <p:cNvSpPr txBox="1"/>
          <p:nvPr/>
        </p:nvSpPr>
        <p:spPr>
          <a:xfrm>
            <a:off x="254000" y="3200400"/>
            <a:ext cx="8636000" cy="369332"/>
          </a:xfrm>
          <a:prstGeom prst="rect">
            <a:avLst/>
          </a:prstGeom>
          <a:noFill/>
        </p:spPr>
        <p:txBody>
          <a:bodyPr vert="horz" wrap="square" rtlCol="0">
            <a:noAutofit/>
          </a:bodyPr>
          <a:lstStyle/>
          <a:p>
            <a:pPr algn="ctr"/>
            <a:r>
              <a:rPr lang="en-IN" sz="700">
                <a:solidFill>
                  <a:srgbClr val="B0927A"/>
                </a:solidFill>
                <a:latin typeface="Segoe UI" panose="020B0502040204020203" pitchFamily="34" charset="0"/>
              </a:rPr>
              <a:t>Inspire-Franchise-Selenium-Automation-Framework-Agent  |  .\mvnw.cmd clean test -P arbys  |  Zero existing files modified when adding a brand</a:t>
            </a:r>
          </a:p>
        </p:txBody>
      </p:sp>
    </p:spTree>
    <p:extLst>
      <p:ext uri="{BB962C8B-B14F-4D97-AF65-F5344CB8AC3E}">
        <p14:creationId xmlns:p14="http://schemas.microsoft.com/office/powerpoint/2010/main" val="34718459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1629</Words>
  <Application>Microsoft Office PowerPoint</Application>
  <PresentationFormat>On-screen Show (16:9)</PresentationFormat>
  <Paragraphs>184</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Ragunath, Chilkuru</dc:creator>
  <cp:lastModifiedBy>Ragunath, Chilkuru</cp:lastModifiedBy>
  <cp:revision>2</cp:revision>
  <dcterms:created xsi:type="dcterms:W3CDTF">2026-06-22T04:43:16Z</dcterms:created>
  <dcterms:modified xsi:type="dcterms:W3CDTF">2026-06-22T04:47:06Z</dcterms:modified>
</cp:coreProperties>
</file>